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ecaf27a5894874" /><Relationship Type="http://schemas.openxmlformats.org/officeDocument/2006/relationships/extended-properties" Target="/docProps/app.xml" Id="Rb28bcfd248d141b4" /><Relationship Type="http://schemas.openxmlformats.org/officeDocument/2006/relationships/officeDocument" Target="/ppt/presentation.xml" Id="R9ae739aab2f646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010070fbb24617"/>
  </p:sldMasterIdLst>
  <p:notesMasterIdLst>
    <p:notesMasterId xmlns:r="http://schemas.openxmlformats.org/officeDocument/2006/relationships" r:id="Ra91f93a1573044b0"/>
  </p:notesMasterIdLst>
  <p:sldIdLst>
    <p:sldId xmlns:r="http://schemas.openxmlformats.org/officeDocument/2006/relationships" id="256" r:id="R903f4bf92fc34771"/>
    <p:sldId xmlns:r="http://schemas.openxmlformats.org/officeDocument/2006/relationships" id="257" r:id="R5aa96b1fcf284231"/>
    <p:sldId xmlns:r="http://schemas.openxmlformats.org/officeDocument/2006/relationships" id="258" r:id="Reaa336aad59d409a"/>
    <p:sldId xmlns:r="http://schemas.openxmlformats.org/officeDocument/2006/relationships" id="259" r:id="R9fac62453a564da7"/>
    <p:sldId xmlns:r="http://schemas.openxmlformats.org/officeDocument/2006/relationships" id="260" r:id="R9f6d278cd4c2451f"/>
    <p:sldId xmlns:r="http://schemas.openxmlformats.org/officeDocument/2006/relationships" id="261" r:id="R448e96fd695a4136"/>
    <p:sldId xmlns:r="http://schemas.openxmlformats.org/officeDocument/2006/relationships" id="262" r:id="R1020fb23d75d4d5e"/>
    <p:sldId xmlns:r="http://schemas.openxmlformats.org/officeDocument/2006/relationships" id="263" r:id="R79538f7fcd8b4f99"/>
    <p:sldId xmlns:r="http://schemas.openxmlformats.org/officeDocument/2006/relationships" id="264" r:id="R5067b8ea53604146"/>
    <p:sldId xmlns:r="http://schemas.openxmlformats.org/officeDocument/2006/relationships" id="265" r:id="Rdbca529669754315"/>
    <p:sldId xmlns:r="http://schemas.openxmlformats.org/officeDocument/2006/relationships" id="266" r:id="R23527726bfa84058"/>
    <p:sldId xmlns:r="http://schemas.openxmlformats.org/officeDocument/2006/relationships" id="267" r:id="Rc5470ead138a4a95"/>
    <p:sldId xmlns:r="http://schemas.openxmlformats.org/officeDocument/2006/relationships" id="268" r:id="Rad54e5a53bdc4e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8fa1c7534f4f0f" /><Relationship Type="http://schemas.openxmlformats.org/officeDocument/2006/relationships/slideMaster" Target="/ppt/slideMasters/slideMaster1.xml" Id="Rc2010070fbb24617" /><Relationship Type="http://schemas.openxmlformats.org/officeDocument/2006/relationships/notesMaster" Target="/ppt/notesMasters/notesMaster1.xml" Id="Ra91f93a1573044b0" /><Relationship Type="http://schemas.openxmlformats.org/officeDocument/2006/relationships/presProps" Target="/ppt/presProps.xml" Id="Rd0904e6057f34d75" /><Relationship Type="http://schemas.openxmlformats.org/officeDocument/2006/relationships/tableStyles" Target="/ppt/tableStyles.xml" Id="R069ed8c7afe445ef" /><Relationship Type="http://schemas.openxmlformats.org/officeDocument/2006/relationships/slide" Target="/ppt/slides/slide1.xml" Id="R903f4bf92fc34771" /><Relationship Type="http://schemas.openxmlformats.org/officeDocument/2006/relationships/slide" Target="/ppt/slides/slide2.xml" Id="R5aa96b1fcf284231" /><Relationship Type="http://schemas.openxmlformats.org/officeDocument/2006/relationships/slide" Target="/ppt/slides/slide3.xml" Id="Reaa336aad59d409a" /><Relationship Type="http://schemas.openxmlformats.org/officeDocument/2006/relationships/slide" Target="/ppt/slides/slide4.xml" Id="R9fac62453a564da7" /><Relationship Type="http://schemas.openxmlformats.org/officeDocument/2006/relationships/slide" Target="/ppt/slides/slide5.xml" Id="R9f6d278cd4c2451f" /><Relationship Type="http://schemas.openxmlformats.org/officeDocument/2006/relationships/slide" Target="/ppt/slides/slide6.xml" Id="R448e96fd695a4136" /><Relationship Type="http://schemas.openxmlformats.org/officeDocument/2006/relationships/slide" Target="/ppt/slides/slide7.xml" Id="R1020fb23d75d4d5e" /><Relationship Type="http://schemas.openxmlformats.org/officeDocument/2006/relationships/slide" Target="/ppt/slides/slide8.xml" Id="R79538f7fcd8b4f99" /><Relationship Type="http://schemas.openxmlformats.org/officeDocument/2006/relationships/slide" Target="/ppt/slides/slide9.xml" Id="R5067b8ea53604146" /><Relationship Type="http://schemas.openxmlformats.org/officeDocument/2006/relationships/slide" Target="/ppt/slides/slide10.xml" Id="Rdbca529669754315" /><Relationship Type="http://schemas.openxmlformats.org/officeDocument/2006/relationships/slide" Target="/ppt/slides/slide11.xml" Id="R23527726bfa84058" /><Relationship Type="http://schemas.openxmlformats.org/officeDocument/2006/relationships/slide" Target="/ppt/slides/slide12.xml" Id="Rc5470ead138a4a95" /><Relationship Type="http://schemas.openxmlformats.org/officeDocument/2006/relationships/slide" Target="/ppt/slides/slide13.xml" Id="Rad54e5a53bdc4e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528128731e40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bafcd7ead04bae" /><Relationship Type="http://schemas.openxmlformats.org/officeDocument/2006/relationships/notesMaster" Target="/ppt/notesMasters/notesMaster1.xml" Id="R4ae7b99c79154f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4627bf474d4d81" /><Relationship Type="http://schemas.openxmlformats.org/officeDocument/2006/relationships/notesMaster" Target="/ppt/notesMasters/notesMaster1.xml" Id="R7685ab87abaf4d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410e9952d4c3c" /><Relationship Type="http://schemas.openxmlformats.org/officeDocument/2006/relationships/notesMaster" Target="/ppt/notesMasters/notesMaster1.xml" Id="R73bcd65a415b4d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752bea453b499a" /><Relationship Type="http://schemas.openxmlformats.org/officeDocument/2006/relationships/notesMaster" Target="/ppt/notesMasters/notesMaster1.xml" Id="R202b52807f6340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f05a58e34e4a35" /><Relationship Type="http://schemas.openxmlformats.org/officeDocument/2006/relationships/notesMaster" Target="/ppt/notesMasters/notesMaster1.xml" Id="R4452eaf9776d46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6adfb8a6dd4bf6" /><Relationship Type="http://schemas.openxmlformats.org/officeDocument/2006/relationships/notesMaster" Target="/ppt/notesMasters/notesMaster1.xml" Id="R46bbd47cc8eb42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ce0b1599df4d7f" /><Relationship Type="http://schemas.openxmlformats.org/officeDocument/2006/relationships/notesMaster" Target="/ppt/notesMasters/notesMaster1.xml" Id="R08e7f10e8e624b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cdb4132b424adf" /><Relationship Type="http://schemas.openxmlformats.org/officeDocument/2006/relationships/notesMaster" Target="/ppt/notesMasters/notesMaster1.xml" Id="Rca38fdd4a58d46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84fbbe431944cf" /><Relationship Type="http://schemas.openxmlformats.org/officeDocument/2006/relationships/notesMaster" Target="/ppt/notesMasters/notesMaster1.xml" Id="R999320c7586e4f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70416186e1479d" /><Relationship Type="http://schemas.openxmlformats.org/officeDocument/2006/relationships/notesMaster" Target="/ppt/notesMasters/notesMaster1.xml" Id="R55e769225ec147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48a9697dc34646" /><Relationship Type="http://schemas.openxmlformats.org/officeDocument/2006/relationships/notesMaster" Target="/ppt/notesMasters/notesMaster1.xml" Id="Rb4ac8faa0de641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931a81f5374402" /><Relationship Type="http://schemas.openxmlformats.org/officeDocument/2006/relationships/notesMaster" Target="/ppt/notesMasters/notesMaster1.xml" Id="R534511758caa4e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8b1fabdc3d4abd" /><Relationship Type="http://schemas.openxmlformats.org/officeDocument/2006/relationships/notesMaster" Target="/ppt/notesMasters/notesMaster1.xml" Id="R93b82b778a654e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CricketVerse as a course prototype that connects matchday fantasy, player collectibles and ticketing. Live provider access depends on an API key and the provider feed; the default blockchain demo uses a local Hardhat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design problems addressed by the prototype, not claims about every cricket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app connects the matchday flow to provider-backed match data and the wallet to local contract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server/server.js and public/app.js implement provider-backed fixtures, playing XI and match points. BLOCKCHAIN_SETUP.md says the default chain is local Hardhat; the contracts are separate from the live sports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/api/matches/today and /api/match/:id/playingXI in server/server.js; server/scoringEngine.js requires exactly 11 players, caps the squad at 120 credits, and enforces role minimums. The provider must return 22 unique players.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/api/match/:id/points aggregates provider batting, bowling and catching point fields. public/app.js polls the endpoint every 30 seconds. Provider API access requires CRICKET_API_KEY and a successful provider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server/data/players_2000_2026.json, BLOCKCHAIN_SETUP.md, and contracts/PlayerCardNFT.sol. The catalogue is server data; a card must be registered on the deployed chain before its primary sale can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contracts/CRIC.sol and BLOCKCHAIN_SETUP.md. Local Hardhat demo uses the 50,000 CRIC faucet and a one-hour cooldown. Do not describe CRIC as a public or cash-equivalent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eight Solidity files in contracts/. BLOCKCHAIN_SETUP.md identifies CricketOracleConsumer as an authorized relay and states a live Chainlink Functions subscription is not configured.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contracts/MatchTicketNFT.sol and BLOCKCHAIN_SETUP.md. The contract enforces a 15% maximum markup and one-time redemption in the local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contracts/TournamentPool.sol, BLOCKCHAIN_SETUP.md, and public/sw.js. Contest winner selection remains an organiser action; offline verification and queued sync are gatekeeper demo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server/server.js, BLOCKCHAIN_SETUP.md, and the current local deployment setup. The API adapter requires CRICKET_API_KEY; public Amoy and live Chainlink are not configured in the documented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prototype scope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c690c287c45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10df421434f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5a0b3550d40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0e45fa5fa4b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fe442b2ac44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c0c01c5a54c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3A47D9-BE1D-485F-82D2-41A9EDBBBA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0939DD-BA51-4928-A7A2-78077438C7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0DE19E-1610-4702-A9E7-A4BC1F5A7A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80EA4D-BC39-4472-8BDF-70AABD2D53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16FD74-32A2-4BFD-8C0B-48013481A1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254BAE-D5AB-4E5E-8CCF-4D99B10B8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30ED73-8929-4FE4-8677-6A8DD25B50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328766D-CE46-458E-A9B8-D532D3B721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FD111F-7051-4FCA-B748-8C60E65A0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69AF67-8340-4961-9440-9F5F8A4E70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b1db2f8d7e4fd6" /><Relationship Type="http://schemas.openxmlformats.org/officeDocument/2006/relationships/slideLayout" Target="/ppt/slideLayouts/slideLayout1.xml" Id="Re0d1bac4585a4363" /><Relationship Type="http://schemas.openxmlformats.org/officeDocument/2006/relationships/slideLayout" Target="/ppt/slideLayouts/slideLayout2.xml" Id="R47d62c3cb5214d1a" /><Relationship Type="http://schemas.openxmlformats.org/officeDocument/2006/relationships/slideLayout" Target="/ppt/slideLayouts/slideLayout3.xml" Id="Rafcefe441141492a" /><Relationship Type="http://schemas.openxmlformats.org/officeDocument/2006/relationships/slideLayout" Target="/ppt/slideLayouts/slideLayout4.xml" Id="Rbd83bc176c6d481d" /><Relationship Type="http://schemas.openxmlformats.org/officeDocument/2006/relationships/slideLayout" Target="/ppt/slideLayouts/slideLayout5.xml" Id="R4d64b565e0f748c1" /><Relationship Type="http://schemas.openxmlformats.org/officeDocument/2006/relationships/slideLayout" Target="/ppt/slideLayouts/slideLayout6.xml" Id="R5109e31a34e44f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d1bac4585a4363"/>
    <p:sldLayoutId xmlns:r="http://schemas.openxmlformats.org/officeDocument/2006/relationships" id="2147483650" r:id="R47d62c3cb5214d1a"/>
    <p:sldLayoutId xmlns:r="http://schemas.openxmlformats.org/officeDocument/2006/relationships" id="2147483651" r:id="Rafcefe441141492a"/>
    <p:sldLayoutId xmlns:r="http://schemas.openxmlformats.org/officeDocument/2006/relationships" id="2147483652" r:id="Rbd83bc176c6d481d"/>
    <p:sldLayoutId xmlns:r="http://schemas.openxmlformats.org/officeDocument/2006/relationships" id="2147483653" r:id="R4d64b565e0f748c1"/>
    <p:sldLayoutId xmlns:r="http://schemas.openxmlformats.org/officeDocument/2006/relationships" id="2147483654" r:id="R5109e31a34e44f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d7582f1af4e65" /><Relationship Type="http://schemas.openxmlformats.org/officeDocument/2006/relationships/notesSlide" Target="/ppt/notesSlides/notesSlide1.xml" Id="R700bf340d97a4c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57a28d3184e4d" /><Relationship Type="http://schemas.openxmlformats.org/officeDocument/2006/relationships/notesSlide" Target="/ppt/notesSlides/notesSlide2.xml" Id="Ra729748096ec45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36c88b152b4b4e" /><Relationship Type="http://schemas.openxmlformats.org/officeDocument/2006/relationships/notesSlide" Target="/ppt/notesSlides/notesSlide3.xml" Id="Rf1753befc8424e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d0f80e40d4be1" /><Relationship Type="http://schemas.openxmlformats.org/officeDocument/2006/relationships/notesSlide" Target="/ppt/notesSlides/notesSlide4.xml" Id="R8a65c173d6da4f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d19f6c0544b99" /><Relationship Type="http://schemas.openxmlformats.org/officeDocument/2006/relationships/notesSlide" Target="/ppt/notesSlides/notesSlide5.xml" Id="Rf30c94f69ffb43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a5c97c73d4d50" /><Relationship Type="http://schemas.openxmlformats.org/officeDocument/2006/relationships/notesSlide" Target="/ppt/notesSlides/notesSlide6.xml" Id="R6440a4fd73d249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e61ca62a74e56" /><Relationship Type="http://schemas.openxmlformats.org/officeDocument/2006/relationships/notesSlide" Target="/ppt/notesSlides/notesSlide7.xml" Id="R19806b9a03d647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594e5bb79e40cf" /><Relationship Type="http://schemas.openxmlformats.org/officeDocument/2006/relationships/notesSlide" Target="/ppt/notesSlides/notesSlide8.xml" Id="R4baf03fc399147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c481be2754fea" /><Relationship Type="http://schemas.openxmlformats.org/officeDocument/2006/relationships/notesSlide" Target="/ppt/notesSlides/notesSlide9.xml" Id="R9815a85e352c4b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128b08d46d4188" /><Relationship Type="http://schemas.openxmlformats.org/officeDocument/2006/relationships/notesSlide" Target="/ppt/notesSlides/notesSlide10.xml" Id="R21a15416d67340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453c746b443f9" /><Relationship Type="http://schemas.openxmlformats.org/officeDocument/2006/relationships/notesSlide" Target="/ppt/notesSlides/notesSlide11.xml" Id="R3596d3157bc445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c070503bf4e48" /><Relationship Type="http://schemas.openxmlformats.org/officeDocument/2006/relationships/notesSlide" Target="/ppt/notesSlides/notesSlide12.xml" Id="Reb90170654414f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97ac9575554dd5" /><Relationship Type="http://schemas.openxmlformats.org/officeDocument/2006/relationships/notesSlide" Target="/ppt/notesSlides/notesSlide13.xml" Id="R72457e44321646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491E4-C912-4F0B-994C-B2DD98B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B59D4-6C61-4D29-B573-3A60A634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B.TECH CAPSTONE  ·  BLOCKCHAIN &amp; WEB3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BA4C1-1302-489B-A8C0-7608C6A8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19225"/>
            <a:ext cx="6286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Cricket</a:t>
            </a:r>
          </a:p>
          <a:p xmlns:a="http://schemas.openxmlformats.org/drawingml/2006/main">
            <a: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D161C-68C8-41F8-AC13-4BD4B405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 connected matchday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1DF44-63AC-48D8-9A04-661B0A1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Live cricket data · player ownership · trusted ticketing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40B39-83EB-470C-B99B-28B963F7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569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78B20-9308-4903-911E-62545056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Tejaswini Kunkulagunta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8300A-61D1-4DB3-93C1-9E8154F2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rPr>
              <a:t>CS23B032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767BC-5681-4D46-807B-4196A274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324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92"/>
          </a:bodyPr>
          <a:lstStyle xmlns:a="http://schemas.openxmlformats.org/drawingml/2006/main">
            <a:def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923-EABE-45BC-B384-902718A3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634C2-48B2-43F7-80B4-9F2259D3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PLAYERS IN TODAY’S XI POOL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2B8CC-FDC2-4246-A6FF-29E9CFD7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2000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9726E-6E85-443D-B0E6-0D318256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6578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PICK YOUR SQUAD</a:t>
            </a:r>
          </a:p>
        </p:txBody>
      </p:sp>
    </p:spTree>
    <p:extLst>
      <p:ext uri="{BB962C8B-B14F-4D97-AF65-F5344CB8AC3E}">
        <p14:creationId xmlns:p14="http://schemas.microsoft.com/office/powerpoint/2010/main" val="450736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942B6-F58B-4819-A84A-E1D6EF5E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01 ·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72784-CAE2-4345-A2D8-55F3EFB0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71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Fans follow one game across disconnected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F3854-0B51-41E1-AC63-A88969D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5D99A-13B8-4AE7-9AC4-887F25AA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78C72-593A-4699-9EFF-3CB54673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C9E54-65D4-46F1-B77F-1633AA06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match is shared. The experience around it is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8E203-FC17-4E73-A6B9-D78B7891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D0297-290B-4FD1-AD09-A260C610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Collectibles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608B2-3455-494A-A83C-CB4078EB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Player cards and fan rewards stay locked inside platform databases.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49B64-916E-4A7F-B4FD-0631C4AF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73216-34B9-4592-9F67-EAEB8218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6A0E6-6266-4B62-A163-4DB322AC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Fantasy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CF827-38AA-4428-9B28-1C2183A6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004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Scoring and settlement can be difficult for fans to verify.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FB3CA-452E-4E4E-BC46-1428E1B3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BAFD6-BA4E-46B0-BE94-A257E600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185B7-D06B-4BC4-8D1E-2486FE31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Tickets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8021C-42BC-4753-A949-FDF7F0BB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91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Resale can add markups while leaving organisers out of the loop.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DA743-FFA7-45AC-8CAA-0BA512D6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6CD9F-4C31-4193-B0CE-9006CB2D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99811-4E94-4733-8993-71680EA7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4A5E7-C73F-4F24-ADF8-A2E18C16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816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Wallet setup and unreliable venue connectivity create friction.</a:t>
            </a:r>
          </a:p>
        </p:txBody>
      </p:sp>
    </p:spTree>
    <p:extLst>
      <p:ext uri="{BB962C8B-B14F-4D97-AF65-F5344CB8AC3E}">
        <p14:creationId xmlns:p14="http://schemas.microsoft.com/office/powerpoint/2010/main" val="776050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DBA504-E4F1-4DAF-9967-F871F52E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 · THE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9117A-B7F1-4E9D-BA3D-1B40A26C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One matchday. Four connected moments.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598F3-B4DD-40CA-A614-0555DD49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fan journey moves from the fixture to the stands.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97F65-9A1F-4D87-9604-8E7FCFF2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F5CA2-1097-4541-A1BE-64C14427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8F55B-9183-48B1-9479-B57A8E8F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5274C-9B93-473A-99BE-D60CC7E8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66FF9-CE50-4B67-801F-7330B2FB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A5016-5B04-4760-AF28-D7F1AAFB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625AE-63D3-45AA-A241-B814AA4C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Follow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B3BE5-B6DB-44E4-91F6-4D8208C6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Find today’s 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E871E-E2CF-4C77-8B4D-AFA548AE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F0ADD-1663-4423-B1BB-7DEB7E17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EA499-CD2D-44AA-8DF1-FDDD82AF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Pick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5E294-82F6-4665-8205-1FFEF462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Choose 11 from the confirmed 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51A64-90BC-4E1D-8A88-0E6A53A6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7562B-3E60-42FD-83D6-05CB58DE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19BD2-BE9A-48B0-BC2C-B3136CF8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Collect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1E85F-CD8C-4FD1-B1E1-42810F5A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Own a player card with CRIC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9AA40-A493-420D-8469-265CC3BD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C9E6AB-7269-4321-B617-BA5BEA1B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79B11-7A86-43F2-B0DB-67D23E4B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Attend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C5D98-9310-4B4D-ABD0-C5767E38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Use a ticket with clear entry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939108-AACE-49B8-93CA-B0338168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25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B3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77376-B412-48C3-9A26-EC4DC875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 single interface; the API and local blockchain keep separate jobs.</a:t>
            </a:r>
          </a:p>
        </p:txBody>
      </p:sp>
    </p:spTree>
    <p:extLst>
      <p:ext uri="{BB962C8B-B14F-4D97-AF65-F5344CB8AC3E}">
        <p14:creationId xmlns:p14="http://schemas.microsoft.com/office/powerpoint/2010/main" val="2090047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F2DBF-4350-45A4-B1F7-CF017F4B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03 · 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EB62B-698A-421D-998E-EADE9A0B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Two data paths, with clear 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99CA7-AF22-4514-B73D-77150CC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Match information flows through the app; asset rules live in contracts.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1E7C3-9F24-4537-B1BF-B7A8BC20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4012B-A990-445A-80DB-809307E3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11DEC-48F8-4818-BADC-F6E832FA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97D35-350D-436F-ABA0-E1A57825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42887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7E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8E28B-8603-40DE-BF9E-04E98A50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CRICKET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2C5A3-A0DA-454B-82D5-6346B8CB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81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Fixtures · XI ·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F2DC7-7AF7-4188-95F6-2284269A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CricAPI / CricketData feed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C1531-B82F-4E35-BB59-339E128B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2857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DE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6A62C-45D4-4D13-9F14-3B44ABC3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EXPRESS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E80D6-DD59-45A9-A632-4D978D0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527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API adapter + 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5DB3D-A39B-4396-A79E-51CC9B14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289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Normalises provider responses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83BBA-D1D9-47B3-A3E1-365E0008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31432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DCCB8-AF80-485A-9A77-BF986C64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WEB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636CA-94F0-491C-AA57-ACD833F0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5272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Matchday XI + cards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62702-6522-43AC-9BFE-F711AE71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289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Browser renders status and scores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15533-8EB8-4E88-83F9-94C7953E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336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B6B5E-79E6-417A-BADA-048675A7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336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1E935-61CF-4D25-B9F0-A89F0209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1F481-C278-4AE7-8366-F0AC76C2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SEPARATE WALLET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1EE5A-B468-4526-9601-8DE0242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Wallet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3620BB-1ADD-47D8-B05C-B523DF6C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910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signs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3B3CD-BE6A-441D-9374-381E824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529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16D37-1E15-4C01-A8E4-63E914A6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91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Hardhat contracts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056B45-EA94-463D-9CB7-99C62A72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9107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CRIC · cards · tickets · escrow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1C8E95-EBC4-4199-A0DD-180A5C05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Provider access needs a configured key and network connection. Contract demos default to a local chain.</a:t>
            </a:r>
          </a:p>
        </p:txBody>
      </p:sp>
    </p:spTree>
    <p:extLst>
      <p:ext uri="{BB962C8B-B14F-4D97-AF65-F5344CB8AC3E}">
        <p14:creationId xmlns:p14="http://schemas.microsoft.com/office/powerpoint/2010/main" val="438657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85B36-517E-4D7B-8FF1-F0C1C188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 · MATCHDAY XI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D2267-FFDC-46FE-AF35-B0FA001E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Choose 11 from today’s confirmed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B744E-6CB7-46AE-89EB-420AFF81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player pool is scoped to the selected match.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F38A-54B4-4BBB-85FE-6213B30C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B149A-AC83-4169-8CCE-A65E55F5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F6D99-12DA-4161-97EB-AB974FCC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3EAE1-140C-4975-9FD6-36AC1CE7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2428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77"/>
          </a:bodyPr>
          <a:lstStyle xmlns:a="http://schemas.openxmlformats.org/drawingml/2006/main">
            <a:def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31FEF-91B1-42FE-844C-F4F9E96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147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API players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2D6F8-0529-46F5-AF78-9A52A46A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955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CC433-3057-4014-A999-B0C22BB2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2381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77"/>
          </a:bodyPr>
          <a:lstStyle xmlns:a="http://schemas.openxmlformats.org/drawingml/2006/main">
            <a:def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7404B-E9D2-4BDC-A155-3E65B357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14725"/>
            <a:ext cx="232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selected players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B6558-54AB-4C10-B7B9-C53DAB10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70E71-9C02-4F89-BAA1-C1191561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2571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77"/>
          </a:bodyPr>
          <a:lstStyle xmlns:a="http://schemas.openxmlformats.org/drawingml/2006/main">
            <a:def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DCE78-DC2E-4D42-ABE9-04A1C2C4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1813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CREDIT 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F038A-A6F0-4E9B-9686-A157CACC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909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Role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87BBA-CE2E-4AAF-8364-2FC51A7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62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At least 1 keeper · 3 batters · 3 bowlers · 1 all-rounder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E2E79-019C-49C4-8B17-1F26550F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05225-A22F-4E7C-A6B2-C94846D4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If the feed does not expose both confirmed XIs, the builder reports an error instead of filling the pool with unrelated players.</a:t>
            </a:r>
          </a:p>
        </p:txBody>
      </p:sp>
    </p:spTree>
    <p:extLst>
      <p:ext uri="{BB962C8B-B14F-4D97-AF65-F5344CB8AC3E}">
        <p14:creationId xmlns:p14="http://schemas.microsoft.com/office/powerpoint/2010/main" val="1330461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B08BB-2CBA-4E20-9B37-F63888FE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05 · LIVE SCORING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2F855-85D1-4CB2-A586-65E5B586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Fantasy points refresh from match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13F78-1AF7-45C2-8AA8-229304B0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app reads provider points by player and updates the squad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51914-B56B-4968-AF31-E1B63490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FCC72-A946-4F42-BA7F-94F82FF7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577E5-9D49-48E1-842F-FAE35079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AE573-4967-4CB1-ADE7-9527AA3E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274CE-98DE-40CE-A21B-0655380D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90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B555C-8B11-44A6-ACCA-D3F1DFA6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098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Match points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E32CD-7B11-4D45-8192-6E5E4012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717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60B07-8D7A-44E7-BF39-FDB457C8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11C4A-2520-4E15-AE61-752EC92A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956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Group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15AB3-355C-4BED-B158-FAC61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146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Batting · bowling · catching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1EA0C-A82E-4392-8956-8FF80717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01055-C481-4CF2-B888-71A0CD10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4C0DD-3BCC-416E-8658-E9CCD98A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04271-AC68-46DA-94B4-55BE69AE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195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Player names to selected XI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DE1BE-FE50-41A1-A3F3-BD8EE384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815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180E1-392A-4F81-BAF8-9B786879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58AC7-83DA-43F6-8F5A-45E0937E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053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Refresh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2F784-85B0-4AFC-98DE-EEA1E455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244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Every 30 seconds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FE125-9B3F-43E5-B053-374901EB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2000250" cy="2381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2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3ADEE-AE71-4175-92AE-C4CD7C88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33675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30s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DCD9C-C029-4802-963E-07366CC6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refresh interval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5081F-7F3F-4410-9899-1119E67A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386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While the match endpoint is reachable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29399-29C7-4C23-89AF-AC187033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A missing key, provider outage or incomplete feed stops live updates; cached/demo data is not presented as a live score.</a:t>
            </a:r>
          </a:p>
        </p:txBody>
      </p:sp>
    </p:spTree>
    <p:extLst>
      <p:ext uri="{BB962C8B-B14F-4D97-AF65-F5344CB8AC3E}">
        <p14:creationId xmlns:p14="http://schemas.microsoft.com/office/powerpoint/2010/main" val="304994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1D282-A01B-401A-B889-BD72A79E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06 · COLLECTIBLES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B5E02-C4E9-481D-9A5A-AEC7A2F2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Player cards make cricket careers collectible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D852B-ACB0-44DA-92D9-E8FB3E9C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An ERC-1155 card can combine ownership, rarity and player telemetry.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444CD-1AFA-4C2B-B14B-4E3A48B2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1233D-9C8D-4635-B9FC-8979B536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9C240-D097-47B9-AA07-64CB3991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0BAF0-0179-4BEB-A379-1B7A5413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3581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4,800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F6626-B9EB-49C8-91CC-AF25AA7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 records in the catalogue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D4846-3EB0-4AF4-86EF-3EDC91E8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5E6A3-4DD8-4E94-879F-596F5A9F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02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RARITY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0FC50-707D-4F43-BD0A-AD50EF49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00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MULTIPLIER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8024F-A396-461C-8905-102331CC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57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Common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F545B-1F0F-457D-9F5D-31CDB12A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384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B8EA5-FA67-4966-8AB3-7F3AAF93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574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1.00×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85BFF-D32B-4C77-990A-9C8C5FCB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337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Uncommon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A11ED-72D9-4EC8-BA5A-EFA90608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1472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040F2-F4C5-4342-8014-D5CA1630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1.10×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91D45-20FA-4789-A570-33F52B15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099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91176-CF0D-4915-B944-B35BB176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909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709E5-F4C3-4BF6-9845-B6F22B54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99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1.25×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25005-DEC6-45BB-BE9D-7184A53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862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Epic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305D6-CCA4-4910-B0BE-4F88C258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6722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E7C121-3ECB-4AB0-9E0F-AAEF98FD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862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1.50×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D5ED80-38BB-4E52-8CFF-81F0FA2F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62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Legendary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19B72-7D23-4B98-B0A1-7F026A81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434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4ACC42-22D8-4536-9634-A348CAEA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4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2.00×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C20573-A816-4AA6-8B73-AADE2F4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Owner batch registration makes the full catalogue eligible for on-chain purchases.</a:t>
            </a:r>
          </a:p>
        </p:txBody>
      </p:sp>
    </p:spTree>
    <p:extLst>
      <p:ext uri="{BB962C8B-B14F-4D97-AF65-F5344CB8AC3E}">
        <p14:creationId xmlns:p14="http://schemas.microsoft.com/office/powerpoint/2010/main" val="24608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200B4-00E5-4329-A1F2-FC69A457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07 · TOKEN UTILITY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A6D47-3586-4F75-9217-55BE669D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 powers local demo transactions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24163-E10D-458C-92BC-87833C7C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test token for collecting cards and exploring contract 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1725E-D66F-4773-BB3E-85BA8C0A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936CB-E20D-4AC7-BEE4-5DD7D397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124D9-3FA2-4035-B023-0DD9397E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965BD-55F5-4E78-B2A7-7A56283D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5381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50,000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5E080-C3FA-408E-AF39-2364410C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 per faucet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0F53F-1292-4492-AC73-6FDA7468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A9D6B-E000-4671-BDB7-C315C6D1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10M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75832-C750-44AE-AE81-A4737A4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genesis supply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B20D7-4877-47CD-A0CD-161E7741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2EA82-C2F7-48CF-B922-615C2B98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1 hour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A55C2-D203-452A-9154-37552C6D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faucet cooldown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8ABE3-53FB-4AF4-8C7A-9E4DE1B7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DAF89-5EA2-43BE-A943-D490915C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100M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19467-05B5-4759-9D04-551E1A0A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862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maximum supply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2123E-FB1E-4E67-8D6F-A611034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0629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9E69C-1292-4E1D-9B5A-E0B2BF71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test token only · CRIC has no public-chain deployment or real-world cash value in this demo.</a:t>
            </a:r>
          </a:p>
        </p:txBody>
      </p:sp>
    </p:spTree>
    <p:extLst>
      <p:ext uri="{BB962C8B-B14F-4D97-AF65-F5344CB8AC3E}">
        <p14:creationId xmlns:p14="http://schemas.microsoft.com/office/powerpoint/2010/main" val="1840807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906F88-E9D8-468A-B902-B4FFDEC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08 · ON-CHAIN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A67AC-CACC-4222-85F6-5D810C77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Eight contracts define the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C3A74-D4B1-47AB-B545-D9D86E06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Ownership and settlement are written to the local EVM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8663F-7245-400A-B2BE-84EBA743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273DC-3DD9-4070-AE11-04ADC7EC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CE5D3-3E50-4C3E-B35F-1801B6BA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A9AEF-5E05-42F6-9C28-282C92D4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28B65-EEBA-4136-BEDE-1513088A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075CA-5C72-4BD0-95AC-A024F240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Demo utility token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5EDAF-601C-443C-985E-D22B8830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479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89F44-F0BE-4B96-B1BD-50195CE9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75274-DA2A-416F-B2E5-350D9682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33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PlayerCardNFT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95C7A-F437-40A1-B49F-2B67745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Collectible cards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6378F-2767-483B-B7F0-573CEFD0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479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8C504-5F28-48E9-9D86-0E9930E0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6D6A6-14D2-4991-898C-C103D863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MatchTicketNFT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0F566-555E-4157-94C1-729A254A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Ticket ownership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78E1E-44B9-4431-8CD1-CBB0FA0E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D75FA-1309-416A-B59A-F9055F13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3BB2F-99DF-4D9A-83A2-1B3BC013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24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Marketplace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69129-497B-4988-B476-0F47BD1B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24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P2P trades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36409-4758-474E-9AD3-A2D5D61E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38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BEF10-75F6-4E4F-B9E2-57674B4A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C9CD54-45EC-4279-94F5-488D5946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TournamentPool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6A4FF5-06A0-4BE4-93F8-F879E8DF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14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Entry and prizes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9379F-D9A2-4938-8551-2F996D0B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874B9-C36D-4A25-B391-532338B1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EE620-029F-464C-8059-5EC7520C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9147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FanPolls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CD27D9-9BBB-4105-A5E2-B82D6CDD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Wallet-based votes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AA521-8AFA-4F1E-A290-B724EEE2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291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595F2E-6C9F-4E6A-BFCC-87F144AB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D12B57-EC0D-4F11-92E7-4E508385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CardSVGGenerator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C953DE-82A5-4266-A697-BA642881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On-chain card art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2398CB-C4BD-4993-AB01-DCEA8993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34B1F-DF64-4780-B9A6-803FD68A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663886-998A-4728-B2D4-B94E966F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05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OracleConsumer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BB0121-A24E-4EBE-AFDC-BD32AC92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Authorized stats relay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1631BC-0126-4581-A46E-0C6EADB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9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5A1C13-75C6-4535-BC8E-FBF7A4FF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An authorized stats relay contract is present; it is not connected to a live Chainlink Functions subscription.</a:t>
            </a:r>
          </a:p>
        </p:txBody>
      </p:sp>
    </p:spTree>
    <p:extLst>
      <p:ext uri="{BB962C8B-B14F-4D97-AF65-F5344CB8AC3E}">
        <p14:creationId xmlns:p14="http://schemas.microsoft.com/office/powerpoint/2010/main" val="12015742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982E3C-213F-444D-AD38-43560C58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09 · TICKETING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67FA0-8968-4518-91DA-0910A3B5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The ticket contract caps resale at 115%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70722-73D3-48FF-8EE3-73D290E3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price rule is enforced during transfer, not left to platform policy.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571F6-D3C6-4324-90A3-DB3F68B9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345D6-9560-46C9-883B-972A51E4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99A20-9E18-4E19-9B2F-33291F4D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D7493-4967-4F10-8E28-1CDD4379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MAXIMUM RESALE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BDD8A-0341-4A92-AA4D-5454E418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4514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1.15×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34B9C-56A4-4A42-9288-5DA89E40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face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A495B-ADDF-43B0-8DC8-589B08E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listing above this ceiling reverts.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4C0D4-704F-4959-8088-41CA8FE2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90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FD3C2-E669-4DE8-8321-0DDB61B8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AE3EC-3DF3-4EB1-AA0A-ADF5CCA0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02529-AC51-42DB-82D8-38A3B9C6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241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Issue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95329-5DC4-4C99-AA57-548FAA77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241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An organiser mints a ticket at a face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31722-9CFE-4BEE-B144-72A0801F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A67AA-9967-400C-B6CF-0F8A6A8D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32DB5-6E86-40F3-A060-2820B76B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861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Resell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518A6-7148-4BD4-83DE-0D7E997B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861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contract checks the requested resale price.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B3B76-E2CF-4FEC-9845-1CDC966E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BDE2F-5651-45CC-9A80-20B8E176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A1418-A52A-435E-B1A4-FA0AE439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481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Scan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A8A8E-107D-403E-8D3D-27EF703B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481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An authorised gatekeeper verifies entry.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98F9B-9185-4669-B65A-6B23E3CE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76E76-BBF6-4272-823D-67851D29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3E9E2-9F71-48C1-B3BD-3D711920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Redeem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765B4-6C01-4A5F-9610-8EBD89C8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101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ticket cannot be used twice.</a:t>
            </a:r>
          </a:p>
        </p:txBody>
      </p:sp>
    </p:spTree>
    <p:extLst>
      <p:ext uri="{BB962C8B-B14F-4D97-AF65-F5344CB8AC3E}">
        <p14:creationId xmlns:p14="http://schemas.microsoft.com/office/powerpoint/2010/main" val="1358615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DC239A-203B-47C2-A98B-14AB9AA5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10 · SETTLEMENT &amp;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57783-4799-4D6E-A7C2-12328792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Rules stay visible when the match moves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A0627-B23F-4B68-A3D9-410F02A0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Escrow handles contest funds; the gatekeeper handles low-connectivity entry.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D5894-93D4-4D8D-A163-2478F7CC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7B264-8295-4E5D-A3F2-5DB82F2F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4D584-C03D-4D2A-962A-E30C4D47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BA8BD-94EB-44C5-9277-CBF92F8D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190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BD6A6-E215-44B1-8C13-82F0BB8B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TOURNAMENT ESCROW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1F072-CF68-4F10-9D63-EB4883F6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400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95 /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B0CD1-6EE3-4696-8851-7673D147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4807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95% to winners · 5% to treasury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133DC-8E72-4A45-A464-AF3FB7B1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67200"/>
            <a:ext cx="4514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Full refunds if the contest is cancelled. An organiser locks entries and settles winners.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49C28-1A3C-452A-900B-AEB9ADCD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OFFLINE GATEKEEPER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F2959-3B60-49B2-A5E3-700A0136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DE771-FF87-4CD2-838E-08531F4F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66E5B-9060-4D57-B37B-B4B58335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336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Cache ticket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C8B28-CBC5-4B7A-869B-7E73A4F8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98834-110A-4A43-8C53-BE5ABEE5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49333-FC37-4B5D-9D7C-D784E7DB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813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Verify the signed pass locally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6F169-9A07-4924-9A0D-3B678CD6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98ECA-77A5-416B-A6C4-FFB2A492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638C0-F052-42DE-9B20-C0D296D8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290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Queue check-ins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E5A1D-7F30-4517-9757-04C898BC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1BD71-9429-4110-9F9E-15313F0D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64777-4277-4F39-9C5E-BB74A99D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767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Sync when connectivity returns</a:t>
            </a:r>
          </a:p>
        </p:txBody>
      </p:sp>
    </p:spTree>
    <p:extLst>
      <p:ext uri="{BB962C8B-B14F-4D97-AF65-F5344CB8AC3E}">
        <p14:creationId xmlns:p14="http://schemas.microsoft.com/office/powerpoint/2010/main" val="1662410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A071F-916A-4126-98A5-FE24E72F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11 · 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989FB-96CD-4375-AA09-22BD33D9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 local prototype with a clear path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BD6B3-A364-4B4F-AA84-59230342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Separate the working demo flows from what needs external setup.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EBEC7-559E-4025-9C62-10DE5234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78C95-B6A5-48DC-815B-56689B6D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4D950-2D36-4270-983A-085346F1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7D869-29B2-4A6D-BBBC-BF10357A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IN THE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15D9A-C529-4BA8-BF6A-E07F7261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762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Hardhat contracts</a:t>
            </a:r>
          </a:p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4,800-player catalogue</a:t>
            </a:r>
          </a:p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Cricket API routes for fixtures, XI and points</a:t>
            </a:r>
          </a:p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30-second points refresh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2A46A-9710-405A-94E5-8F5CBCE5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190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CF390-7FCB-415E-B1B9-B671E179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02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rPr>
              <a:t>NEEDS 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3AC3D-8F31-4B2A-AD9D-852EC614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762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CRICKET_API_KEY and provider access</a:t>
            </a:r>
          </a:p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Confirmed lineups in the feed</a:t>
            </a:r>
          </a:p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Public Amoy deployment and HTTPS hosting</a:t>
            </a:r>
          </a:p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Live Chainlink subscription (not configured)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F0FF1-0C54-421F-A7B2-DF9377E8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06299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56B8F-062F-47CF-B10A-A640D686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When the app says “offline local cache mode,” the browser has not reached the local app server.</a:t>
            </a:r>
          </a:p>
        </p:txBody>
      </p:sp>
    </p:spTree>
    <p:extLst>
      <p:ext uri="{BB962C8B-B14F-4D97-AF65-F5344CB8AC3E}">
        <p14:creationId xmlns:p14="http://schemas.microsoft.com/office/powerpoint/2010/main" val="373938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72A11-B04A-499B-8F6F-92162F6F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2046E-1EAC-4B05-88FA-43BD51CC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53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CRICKETVERSE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5A7D1-A990-4A30-B79A-C114C744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Bring the matchday</a:t>
            </a:r>
          </a:p>
          <a:p xmlns:a="http://schemas.openxmlformats.org/drawingml/2006/main">
            <a: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closer to the fan.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663B1-1248-4EFE-9C97-1FBE8361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AC61C-3D96-4B22-ABB0-D65CAA90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Live match data · collectible players · fairer ticket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C2AAC-89CF-4E89-BE22-C9D12DC3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Thank you  ·  Questions?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A5D3A-C0E2-418E-AA74-8EF5336E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Tejaswini Kunkulagunta  ·  CS23B032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427E1-DE3A-4945-871D-3CCC12D6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76476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2026-10-25T08:02:11.9640000Z</dcterms:created>
  <dcterms:modified xsi:type="dcterms:W3CDTF">2026-10-25T08:02:11.9640000Z</dcterms:modified>
</coreProperties>
</file>