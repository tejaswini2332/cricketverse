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4722ce1bce45e4" /><Relationship Type="http://schemas.openxmlformats.org/officeDocument/2006/relationships/extended-properties" Target="/docProps/app.xml" Id="R51719f441ac14f56" /><Relationship Type="http://schemas.openxmlformats.org/officeDocument/2006/relationships/officeDocument" Target="/ppt/presentation.xml" Id="Rd73cbf0623cd41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031f5cd044386"/>
  </p:sldMasterIdLst>
  <p:notesMasterIdLst>
    <p:notesMasterId xmlns:r="http://schemas.openxmlformats.org/officeDocument/2006/relationships" r:id="Rfab906910f524147"/>
  </p:notesMasterIdLst>
  <p:sldIdLst>
    <p:sldId xmlns:r="http://schemas.openxmlformats.org/officeDocument/2006/relationships" id="256" r:id="R7b513c9760174131"/>
    <p:sldId xmlns:r="http://schemas.openxmlformats.org/officeDocument/2006/relationships" id="257" r:id="Rd0f36e0412424a07"/>
    <p:sldId xmlns:r="http://schemas.openxmlformats.org/officeDocument/2006/relationships" id="258" r:id="R8226859b75814d34"/>
    <p:sldId xmlns:r="http://schemas.openxmlformats.org/officeDocument/2006/relationships" id="259" r:id="R935e126a19df442c"/>
    <p:sldId xmlns:r="http://schemas.openxmlformats.org/officeDocument/2006/relationships" id="260" r:id="R99ab3adc65934ee6"/>
    <p:sldId xmlns:r="http://schemas.openxmlformats.org/officeDocument/2006/relationships" id="261" r:id="Rabc1533aec4d4807"/>
    <p:sldId xmlns:r="http://schemas.openxmlformats.org/officeDocument/2006/relationships" id="262" r:id="R57364fce4c264bc9"/>
    <p:sldId xmlns:r="http://schemas.openxmlformats.org/officeDocument/2006/relationships" id="263" r:id="R8a2183c2655e4dad"/>
    <p:sldId xmlns:r="http://schemas.openxmlformats.org/officeDocument/2006/relationships" id="264" r:id="R510e5408d1f54282"/>
    <p:sldId xmlns:r="http://schemas.openxmlformats.org/officeDocument/2006/relationships" id="265" r:id="Rfd1b68e834d34965"/>
    <p:sldId xmlns:r="http://schemas.openxmlformats.org/officeDocument/2006/relationships" id="266" r:id="R24ae69b2b7c5459e"/>
    <p:sldId xmlns:r="http://schemas.openxmlformats.org/officeDocument/2006/relationships" id="267" r:id="R617c97bedbb540eb"/>
    <p:sldId xmlns:r="http://schemas.openxmlformats.org/officeDocument/2006/relationships" id="268" r:id="R77e6eaf48ad541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d9160d004435e" /><Relationship Type="http://schemas.openxmlformats.org/officeDocument/2006/relationships/slideMaster" Target="/ppt/slideMasters/slideMaster1.xml" Id="R5fa031f5cd044386" /><Relationship Type="http://schemas.openxmlformats.org/officeDocument/2006/relationships/notesMaster" Target="/ppt/notesMasters/notesMaster1.xml" Id="Rfab906910f524147" /><Relationship Type="http://schemas.openxmlformats.org/officeDocument/2006/relationships/presProps" Target="/ppt/presProps.xml" Id="R4f8024b0b0774ffd" /><Relationship Type="http://schemas.openxmlformats.org/officeDocument/2006/relationships/tableStyles" Target="/ppt/tableStyles.xml" Id="R283c35f685f6441b" /><Relationship Type="http://schemas.openxmlformats.org/officeDocument/2006/relationships/slide" Target="/ppt/slides/slide1.xml" Id="R7b513c9760174131" /><Relationship Type="http://schemas.openxmlformats.org/officeDocument/2006/relationships/slide" Target="/ppt/slides/slide2.xml" Id="Rd0f36e0412424a07" /><Relationship Type="http://schemas.openxmlformats.org/officeDocument/2006/relationships/slide" Target="/ppt/slides/slide3.xml" Id="R8226859b75814d34" /><Relationship Type="http://schemas.openxmlformats.org/officeDocument/2006/relationships/slide" Target="/ppt/slides/slide4.xml" Id="R935e126a19df442c" /><Relationship Type="http://schemas.openxmlformats.org/officeDocument/2006/relationships/slide" Target="/ppt/slides/slide5.xml" Id="R99ab3adc65934ee6" /><Relationship Type="http://schemas.openxmlformats.org/officeDocument/2006/relationships/slide" Target="/ppt/slides/slide6.xml" Id="Rabc1533aec4d4807" /><Relationship Type="http://schemas.openxmlformats.org/officeDocument/2006/relationships/slide" Target="/ppt/slides/slide7.xml" Id="R57364fce4c264bc9" /><Relationship Type="http://schemas.openxmlformats.org/officeDocument/2006/relationships/slide" Target="/ppt/slides/slide8.xml" Id="R8a2183c2655e4dad" /><Relationship Type="http://schemas.openxmlformats.org/officeDocument/2006/relationships/slide" Target="/ppt/slides/slide9.xml" Id="R510e5408d1f54282" /><Relationship Type="http://schemas.openxmlformats.org/officeDocument/2006/relationships/slide" Target="/ppt/slides/slide10.xml" Id="Rfd1b68e834d34965" /><Relationship Type="http://schemas.openxmlformats.org/officeDocument/2006/relationships/slide" Target="/ppt/slides/slide11.xml" Id="R24ae69b2b7c5459e" /><Relationship Type="http://schemas.openxmlformats.org/officeDocument/2006/relationships/slide" Target="/ppt/slides/slide12.xml" Id="R617c97bedbb540eb" /><Relationship Type="http://schemas.openxmlformats.org/officeDocument/2006/relationships/slide" Target="/ppt/slides/slide13.xml" Id="R77e6eaf48ad5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ebf3bedfa7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b85964c6243cc" /><Relationship Type="http://schemas.openxmlformats.org/officeDocument/2006/relationships/notesMaster" Target="/ppt/notesMasters/notesMaster1.xml" Id="R8683f78ee0cc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6d57d7d734fb8" /><Relationship Type="http://schemas.openxmlformats.org/officeDocument/2006/relationships/notesMaster" Target="/ppt/notesMasters/notesMaster1.xml" Id="Ra1aa67c2d637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e09041ea5643eb" /><Relationship Type="http://schemas.openxmlformats.org/officeDocument/2006/relationships/notesMaster" Target="/ppt/notesMasters/notesMaster1.xml" Id="R8cd2fb22c50d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11206c4d94d3d" /><Relationship Type="http://schemas.openxmlformats.org/officeDocument/2006/relationships/notesMaster" Target="/ppt/notesMasters/notesMaster1.xml" Id="R460bca6a3b9e4c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47ed6dafb48f0" /><Relationship Type="http://schemas.openxmlformats.org/officeDocument/2006/relationships/notesMaster" Target="/ppt/notesMasters/notesMaster1.xml" Id="R80c1246d8d9b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59782d17b04108" /><Relationship Type="http://schemas.openxmlformats.org/officeDocument/2006/relationships/notesMaster" Target="/ppt/notesMasters/notesMaster1.xml" Id="Re139c5eed05641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b6edb74c5c48e3" /><Relationship Type="http://schemas.openxmlformats.org/officeDocument/2006/relationships/notesMaster" Target="/ppt/notesMasters/notesMaster1.xml" Id="R943e529316154b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63e10e298d41b0" /><Relationship Type="http://schemas.openxmlformats.org/officeDocument/2006/relationships/notesMaster" Target="/ppt/notesMasters/notesMaster1.xml" Id="Rfaf2e5d8063748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71dd81ce264369" /><Relationship Type="http://schemas.openxmlformats.org/officeDocument/2006/relationships/notesMaster" Target="/ppt/notesMasters/notesMaster1.xml" Id="R98f4a4c40a2748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4a2b1113e4027" /><Relationship Type="http://schemas.openxmlformats.org/officeDocument/2006/relationships/notesMaster" Target="/ppt/notesMasters/notesMaster1.xml" Id="R387fae2bac194e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03664df1d84b6a" /><Relationship Type="http://schemas.openxmlformats.org/officeDocument/2006/relationships/notesMaster" Target="/ppt/notesMasters/notesMaster1.xml" Id="R4bf2741cf80447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c07ff3e5d24e9e" /><Relationship Type="http://schemas.openxmlformats.org/officeDocument/2006/relationships/notesMaster" Target="/ppt/notesMasters/notesMaster1.xml" Id="R46053786a5ae48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b3c758fbd94327" /><Relationship Type="http://schemas.openxmlformats.org/officeDocument/2006/relationships/notesMaster" Target="/ppt/notesMasters/notesMaster1.xml" Id="Rbdffa305824f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CricketVerse as a course prototype that connects matchday fantasy, player collectibles and ticketing. Live provider access depends on an API key and the provider feed; the default blockchain demo uses a local Hardhat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design problems addressed by the prototype, not claims about every cricket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Motivation: use a public ledger for shared ownership and rules, not as a replacement for the match-data API. The current demo uses local Hardhat; no public deployment is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 and public/app.js implement provider-backed fixtures, playing XI and match points. BLOCKCHAIN_SETUP.md says the default chain is local Hardhat; the contracts are separate from the live sports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/api/matches/today and /api/match/:id/playingXI in server/server.js; server/scoringEngine.js requires exactly 11 players, caps the squad at 120 credits, and enforces role minimums. BLOCKCHAIN_SETUP.md states contest entries commit a squad hash.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/api/match/:id/points aggregates provider batting, bowling and catching point fields. public/app.js polls the endpoint every 30 seconds. Provider API access requires CRICKET_API_KEY and a successful provider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server/data/players_2000_2026.json, BLOCKCHAIN_SETUP.md, and contracts/PlayerCardNFT.sol. The catalogue is server data; a card must be registered on the deployed chain before its primary sale can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contracts/CRIC.sol and BLOCKCHAIN_SETUP.md. Local Hardhat demo uses the 50,000 CRIC faucet and a one-hour cooldown. Do not describe CRIC as a public or cash-equivalent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eight Solidity files in contracts/. BLOCKCHAIN_SETUP.md identifies CricketOracleConsumer as an authorized relay and states a live Chainlink Functions subscription is not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contracts/MatchTicketNFT.sol and BLOCKCHAIN_SETUP.md. The contract enforces a 15% maximum markup and one-time redemption in the local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contracts/TournamentPool.sol and BLOCKCHAIN_SETUP.md. Entry funds are held in escrow; the organiser locks the contest and submits winners. Refunds are available when the contest is cancelled.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expected impacts and proposed evaluation measures. No adoption, cost savings, anti-fraud rate or venue throughput improvement has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scope is a course prototype on local Hardhat. The cricket provider adapter requires CRICKET_API_KEY and feed coverage. No public deployment, live Chainlink Functions subscription or trusted automatic tournament settlement is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5bc56880045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43f74dc3f4a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ecfd87bac43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577f71fa244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783ea30914d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de5b5bcd246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A204E9-EA97-44BB-B17E-260DE99C9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DBD5C7-EDE5-4511-82EE-A4A01C3066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0B6D61-E5F9-48CB-91A3-A29C33F8D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45C6D-BD60-42DD-A11D-146D5D38A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60096A-4D1E-431B-8A4C-D4B68C3DA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B41828-B28E-4D7E-B9E0-DF72C3EF4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123041-E29E-46A5-AA0C-4E09D15D48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F671BC-86B6-41C8-8650-3FB9173A5F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0A3D51-FBD8-4A8A-A9AB-91779DEFA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B294A6-F26C-448C-A79A-8C5946B531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92574c77d42ad" /><Relationship Type="http://schemas.openxmlformats.org/officeDocument/2006/relationships/slideLayout" Target="/ppt/slideLayouts/slideLayout1.xml" Id="R6beb9ff467254266" /><Relationship Type="http://schemas.openxmlformats.org/officeDocument/2006/relationships/slideLayout" Target="/ppt/slideLayouts/slideLayout2.xml" Id="R08712fd4173845ff" /><Relationship Type="http://schemas.openxmlformats.org/officeDocument/2006/relationships/slideLayout" Target="/ppt/slideLayouts/slideLayout3.xml" Id="Ra59ad48c4e2c4897" /><Relationship Type="http://schemas.openxmlformats.org/officeDocument/2006/relationships/slideLayout" Target="/ppt/slideLayouts/slideLayout4.xml" Id="R2df7dc30a7ba48c8" /><Relationship Type="http://schemas.openxmlformats.org/officeDocument/2006/relationships/slideLayout" Target="/ppt/slideLayouts/slideLayout5.xml" Id="R817711729e994ce0" /><Relationship Type="http://schemas.openxmlformats.org/officeDocument/2006/relationships/slideLayout" Target="/ppt/slideLayouts/slideLayout6.xml" Id="R9b833d138ff741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b9ff467254266"/>
    <p:sldLayoutId xmlns:r="http://schemas.openxmlformats.org/officeDocument/2006/relationships" id="2147483650" r:id="R08712fd4173845ff"/>
    <p:sldLayoutId xmlns:r="http://schemas.openxmlformats.org/officeDocument/2006/relationships" id="2147483651" r:id="Ra59ad48c4e2c4897"/>
    <p:sldLayoutId xmlns:r="http://schemas.openxmlformats.org/officeDocument/2006/relationships" id="2147483652" r:id="R2df7dc30a7ba48c8"/>
    <p:sldLayoutId xmlns:r="http://schemas.openxmlformats.org/officeDocument/2006/relationships" id="2147483653" r:id="R817711729e994ce0"/>
    <p:sldLayoutId xmlns:r="http://schemas.openxmlformats.org/officeDocument/2006/relationships" id="2147483654" r:id="R9b833d138ff741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c512242254e40" /><Relationship Type="http://schemas.openxmlformats.org/officeDocument/2006/relationships/notesSlide" Target="/ppt/notesSlides/notesSlide1.xml" Id="R647e812ba709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aa1008bb84684" /><Relationship Type="http://schemas.openxmlformats.org/officeDocument/2006/relationships/notesSlide" Target="/ppt/notesSlides/notesSlide2.xml" Id="R3e830b9b431847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abbb229f94bfb" /><Relationship Type="http://schemas.openxmlformats.org/officeDocument/2006/relationships/notesSlide" Target="/ppt/notesSlides/notesSlide3.xml" Id="R2ccb0fbea8df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5f2b96a4b4812" /><Relationship Type="http://schemas.openxmlformats.org/officeDocument/2006/relationships/notesSlide" Target="/ppt/notesSlides/notesSlide4.xml" Id="R9c557444dc4b46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67f3fcef84c8a" /><Relationship Type="http://schemas.openxmlformats.org/officeDocument/2006/relationships/notesSlide" Target="/ppt/notesSlides/notesSlide5.xml" Id="R17cd670627b748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98cb9a8bb496e" /><Relationship Type="http://schemas.openxmlformats.org/officeDocument/2006/relationships/notesSlide" Target="/ppt/notesSlides/notesSlide6.xml" Id="R1510703cc611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2a3dc40a84ca3" /><Relationship Type="http://schemas.openxmlformats.org/officeDocument/2006/relationships/notesSlide" Target="/ppt/notesSlides/notesSlide7.xml" Id="R5fcb4a73b1b94e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aa4319c0649d3" /><Relationship Type="http://schemas.openxmlformats.org/officeDocument/2006/relationships/notesSlide" Target="/ppt/notesSlides/notesSlide8.xml" Id="R889b8dce6a994b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d223ca9034d93" /><Relationship Type="http://schemas.openxmlformats.org/officeDocument/2006/relationships/notesSlide" Target="/ppt/notesSlides/notesSlide9.xml" Id="R241d64d735a3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3824ac3da4da4" /><Relationship Type="http://schemas.openxmlformats.org/officeDocument/2006/relationships/notesSlide" Target="/ppt/notesSlides/notesSlide10.xml" Id="R94915529944f47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fa195660e448b" /><Relationship Type="http://schemas.openxmlformats.org/officeDocument/2006/relationships/notesSlide" Target="/ppt/notesSlides/notesSlide11.xml" Id="R16a52489601d43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f92edddf3423f" /><Relationship Type="http://schemas.openxmlformats.org/officeDocument/2006/relationships/notesSlide" Target="/ppt/notesSlides/notesSlide12.xml" Id="Rbdffb2b8ecf247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f1255c95d4ede" /><Relationship Type="http://schemas.openxmlformats.org/officeDocument/2006/relationships/notesSlide" Target="/ppt/notesSlides/notesSlide13.xml" Id="R020f771263d14b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129CF-5289-4D21-A535-3D46938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07DCF-7DA1-4F34-BF26-62DB7CB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B.TECH CAPSTONE  ·  BLOCKCHAIN &amp; WEB3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5B2E-B41B-42F1-87D8-64396BB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6286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Cricket</a:t>
            </a:r>
          </a:p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D7D4E-0892-4C4D-BC7B-1C6C0D3B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Blockchain for portable fan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F392-2589-443F-81F0-06186AA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Matchday XI · player cards · fairer tickets · transparent escrow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7737-CED0-4948-96D5-9F1C067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69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4E0D8-EAEB-4B5A-97B3-037119D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Tejaswini Kunkulagunta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A20E1-87E5-4004-9FE3-C45E4BF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rPr>
              <a:t>CS23B032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4C3FE-1346-436D-85D8-E4C7550E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32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2"/>
          </a:bodyPr>
          <a:lstStyle xmlns:a="http://schemas.openxmlformats.org/drawingml/2006/main">
            <a:def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C4426-DAC0-4050-944F-FAB9CECD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45DC4-DB0A-4102-9132-BAD30434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PLAYERS IN TODAY’S XI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8517B-307A-4127-BEB3-50A64945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16F6E-1867-4BA7-BF97-05E74625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5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PICK YOUR SQUAD</a:t>
            </a:r>
          </a:p>
        </p:txBody>
      </p:sp>
    </p:spTree>
    <p:extLst>
      <p:ext uri="{BB962C8B-B14F-4D97-AF65-F5344CB8AC3E}">
        <p14:creationId xmlns:p14="http://schemas.microsoft.com/office/powerpoint/2010/main" val="1438575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C2BBE-FC04-49F4-89D6-65945FD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01 ·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C9C50-B910-48F1-8742-3428D924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fan experience is split across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9E9E4-4E80-4854-9DF2-1F8092B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10F88-E51A-44C7-934D-F347F6F3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F3DF6-2928-4027-B055-23A9305F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3178E-486D-4FC7-A5CD-06CEC61A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match is shared. Ownership and trust are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D5C55-C3CC-403D-B49F-722A2DF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7ADCC-0969-41BC-94FE-E428498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Collectibles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02517-DEFB-466E-A937-D359F70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cards and fan rewards stay locked inside platform databases.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6E356-B19A-41DE-B57A-FF83561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5BF02-0546-45A2-AAD6-587D606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74F92-2420-4BF9-BC28-7E7CD54C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BB67E-BC02-4674-9DC3-8E59E8B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0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Scoring and settlement can be difficult for fans to verify.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DC454-91D5-4672-BDE8-482008C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7368B-1D20-42AA-9673-124645E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C9ED0-79A4-4A40-948E-7E7267B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4EEFF-669E-458E-B078-7F8EC604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Resale can add markups while leaving organisers out of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A8975-C1A3-425C-A1BF-97B8926E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906B7-2107-4FE6-87CC-33CD3AD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2C846-95F6-4736-B585-A883CD68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2E9D0-C8AD-4322-BA3D-4C3A3A2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8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Wallet setup and unreliable venue connectivity create friction.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C68D4-9D9C-4BC7-B804-9F91CA1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43575"/>
            <a:ext cx="9334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E6B17-3F17-4FAF-8174-0830F51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7912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Motivation: give fans assets they can own and rules they can verify.</a:t>
            </a:r>
          </a:p>
        </p:txBody>
      </p:sp>
    </p:spTree>
    <p:extLst>
      <p:ext uri="{BB962C8B-B14F-4D97-AF65-F5344CB8AC3E}">
        <p14:creationId xmlns:p14="http://schemas.microsoft.com/office/powerpoint/2010/main" val="829543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1ED6-18E8-4E5D-B972-D8E058A7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 · WHY BLOCKCHAIN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E54A1-4730-4F94-B3FA-7C06FA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Use the chain where fans need shared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141FE-586A-48C3-B863-58B0796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Keep fast-changing match data off-chain; put ownership and enforceable rules on-chain.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74B1A-9DE7-48AF-804D-E0D1D70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EE380-C60D-4B87-B9DC-5C64FB5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225BD-2555-4673-95F2-5AB2396F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5BCF3-D8D3-44C8-9C7F-B16FAEC2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ON-CHAIN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62E86-CD41-4793-9D92-42222DC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46101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Wallet-owned cards and tickets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 payments and escrow balances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Resale caps and one-time redemption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Transaction history anyone can inspect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3F019-6950-4586-8E6C-74AAE8E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57425"/>
            <a:ext cx="190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959FC-C127-49C6-AFFC-4AF2F2AA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OFF-CHAIN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CCB04-2145-456C-B545-639C0300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Today’s fixtures and playing XIs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score and points feed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API caching and browser display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Fantasy data refresh and match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7639B-6697-427B-A976-DA22EEE0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525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925C3-583E-4B27-9248-4977C876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The blockchain adds value by making asset ownership portable and transaction rules independently checkable.</a:t>
            </a:r>
          </a:p>
        </p:txBody>
      </p:sp>
    </p:spTree>
    <p:extLst>
      <p:ext uri="{BB962C8B-B14F-4D97-AF65-F5344CB8AC3E}">
        <p14:creationId xmlns:p14="http://schemas.microsoft.com/office/powerpoint/2010/main" val="1293501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55466-2F86-4A07-9007-CD30168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03 ·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3FB0B-958C-49FE-BEF3-F95E0D8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75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API serves the match; contracts enforce asset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AC39B-E621-45DC-83F8-EB7E80A6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wallet signs contract actions separately from the live-data request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1259-788E-49BA-9013-EAFE004B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4DB9-0E55-427C-8EC2-C26CCC1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C55E0-43BB-470E-8CE3-744AFB5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0A530-F235-4C5F-942B-DE6BB0E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98B6E-8AE6-4362-AC02-EB1C0D2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CRICKET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CFE5E-BDF1-42EB-B592-BD027403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81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Fixtures · XI ·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67AD1-EA4A-4FA9-B930-CD970DF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CricAPI / CricketData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018FF-ECC8-4AC5-88C4-4AB8C08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B1617-5293-4023-A2D8-A807CED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EXPRESS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07329-4C0F-4EC9-8613-E4F8041C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52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 adapter +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0BB4F-59ED-4FE4-8F91-17B98949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Normalises provider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3D562-EA10-47D9-8849-772896F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E6C22-261C-4CE0-9988-19A087A9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3DFC0-BBAF-4A12-BEAE-32A791C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Matchday XI +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BE11F-3205-490A-AB88-7F9A133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Browser renders status and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85B4E-1400-4015-A6EE-4CFC586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7ED48-F037-4A6C-9A58-9737F5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32E2A-F666-49F7-BC8C-D1456CA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ECB88-D4AB-4D6E-A6EA-9181CFA5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WALLET-SIGNED BLOCKCHAIN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2DEC8-0E9B-4818-A381-91455417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FF6BC-3BB4-4D52-AA73-3C48BF26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signs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5DFB4-7979-45C5-96BC-F95E874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78F46-2F56-41A0-95B7-73E5BCD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15BB7-F241-47CD-AB48-09DF1B6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 · cards · tickets ·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E63CB-1FE5-49EF-8039-1E5575E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Provider access needs a configured key and network connection. Contract demos default to a local chain.</a:t>
            </a:r>
          </a:p>
        </p:txBody>
      </p:sp>
    </p:spTree>
    <p:extLst>
      <p:ext uri="{BB962C8B-B14F-4D97-AF65-F5344CB8AC3E}">
        <p14:creationId xmlns:p14="http://schemas.microsoft.com/office/powerpoint/2010/main" val="157030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15D95-E965-4662-9857-D16778E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 · MATCHDAY XI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4E9F0-94AB-43F4-838A-328E832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Choose 11 from today’s confirmed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5D37E-F515-488C-9B80-6794483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API supplies the player pool; a squad hash links your picks to the on-chain contest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ABC8E-2792-4268-B87E-07E92DE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23399-1D17-4F12-8522-966F487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2E67-FA1A-48AB-917F-7890FA0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3921-765F-41C0-85FA-52ADBCC4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2428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AE76B-4C07-49F2-A5DC-9A18DAE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API players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C352E-2679-430D-858A-DAC630FB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B603-54FD-48AB-A008-86E8F08D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238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82184-CD18-4A82-8D58-D722387A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47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selected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9C8E7-BCD9-455D-95A9-8C554B4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C098-4E59-4647-9D3A-5A42E8D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77"/>
          </a:bodyPr>
          <a:lstStyle xmlns:a="http://schemas.openxmlformats.org/drawingml/2006/main">
            <a:def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F472E-D5D2-419E-A1E3-87B74FF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81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CREDIT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EF3B7-1FA1-4687-9C9F-F6D2FA0B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909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Role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D46C3-0682-4A65-9833-4B34971C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At least 1 keeper · 3 batters · 3 bowlers · 1 all-rounder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D970A-66C5-4FB9-A564-D945109C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5A7AF-9CED-49C0-917A-AAFFD9AD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120-credit cap and role minimums shape the squad. The live points feed remains an API input.</a:t>
            </a:r>
          </a:p>
        </p:txBody>
      </p:sp>
    </p:spTree>
    <p:extLst>
      <p:ext uri="{BB962C8B-B14F-4D97-AF65-F5344CB8AC3E}">
        <p14:creationId xmlns:p14="http://schemas.microsoft.com/office/powerpoint/2010/main" val="761316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CB901-0557-4703-ACF8-63107D86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05 · LIVE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CFA0D-DAEF-499A-AF63-FB25545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 points refresh from match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83820-7A01-42B1-8B67-004217D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app reads provider points by player and updates the squad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F1BFA-B562-4237-980F-E89974B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34E61-89F3-445B-81E9-DDACF4C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7127A-91BC-46A3-8AAC-1D1B5E44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1DAE0-59A3-4E88-86DF-152ED57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B6FE8-90D2-434C-99B2-849DE23D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6D0EA-C01D-42BD-A442-CBED738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points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0D942-B0FB-46F2-BDF1-4BD0998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6D8F3-5E2F-4038-888A-BC52671B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A8123-EA8F-45C5-92EC-314305D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B5BB6-42AD-457F-894D-5341AB1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Batting · bowling · catching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FC67F-52BE-41EA-AD76-DE6D712D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7F45D-8747-453C-9EFD-3DEB2591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4AF3A-1DDB-47DA-AD19-EF69F52B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EE851-FA30-4A8D-B30E-C39A245F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9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names to selected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3D9E7-4BD1-40EC-9C22-2C06C8E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07BEF-2D83-46BA-968C-9CB9E25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A6E7A-2CBD-48CF-BC76-3898A63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FA481-9484-438B-B35B-6D20C4B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244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Every 30 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0B82E-36C7-40FF-9621-BB838B7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00025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2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7D8BF-FBEE-4DA3-B159-ECF7862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30s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3E312-EBD1-489D-81BE-0414BD7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refresh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F0D53-7411-4C24-9F20-A07C1D90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While the match endpoint is reachable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BDDB5-5484-406A-ABF4-9661C47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A missing key, provider outage or incomplete feed stops live updates; cached/demo data is not presented as a live score.</a:t>
            </a:r>
          </a:p>
        </p:txBody>
      </p:sp>
    </p:spTree>
    <p:extLst>
      <p:ext uri="{BB962C8B-B14F-4D97-AF65-F5344CB8AC3E}">
        <p14:creationId xmlns:p14="http://schemas.microsoft.com/office/powerpoint/2010/main" val="1211588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F4235-865B-44F1-8D33-3368B4A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 · ON-CHAIN COLLECTIBLES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7243B-3A40-4F05-B77F-960C65B4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ERC-1155 cards put player assets in fan wallets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EE010-89E7-4319-9E1C-2359A277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data starts in the catalogue; ownership and rarity are tracked by the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9047E-C03A-4188-94C3-43166032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D3DD-E317-433F-9DFD-022BBFE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27640-A823-4BCE-9634-ACC0612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63A0E-4129-4D03-891B-6FFADBA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3581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4,800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3E0EE-3C67-4A66-BF80-88EA70BC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records in the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45E00-5D62-4CED-AE97-B8A246D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8DC46-F2CA-4E02-AF07-DCEFC297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RARITY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6EB81-1C8E-488C-9262-1EF488C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MULTIPLIER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20049-EF78-4DDA-90BE-79E1D68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7FC4E-273D-47F7-A681-4C20475F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38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09321-D0C5-4C7A-B042-93F1AC4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1.00×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311B8-6F99-4AF8-9F01-6082D7B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Uncommon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C2828-8379-4200-AABE-1A51675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2D149-B28D-4B24-B9D2-E5C03981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ED64B-3DF0-487F-BF1E-06F1B884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9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3E686-2284-4637-83FE-247FB872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20ACC-5B08-4685-A78D-8A08407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1.25×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0E888-6F89-459A-AD54-AECF97B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Epic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1A970-B129-4EF2-851E-619CB29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68780-35A4-4114-BB4B-5394A927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62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1.50×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B804E-67E6-45B1-93EB-7C2A6514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Legendary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20E91-1423-40DB-AA6D-ACA12DFE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107FA-9C52-4590-9CF8-19725FD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2.00×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71AA0D-2A38-4A76-8CA9-BE11325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card must be registered on the chain before it can be bought; stats require an authorised updater.</a:t>
            </a:r>
          </a:p>
        </p:txBody>
      </p:sp>
    </p:spTree>
    <p:extLst>
      <p:ext uri="{BB962C8B-B14F-4D97-AF65-F5344CB8AC3E}">
        <p14:creationId xmlns:p14="http://schemas.microsoft.com/office/powerpoint/2010/main" val="2130256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9FF06-6B69-4A34-8EF9-E5FD6C6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07 · TOKEN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67B2F-9F28-4350-877B-340762E1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moves value through on-chain fan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B49B6-3EFE-49FE-AF04-7E6432C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demo token is used for primary card purchases, marketplace trades and contest entries.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535EF-605F-4CFA-B3DC-5B9476E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F0CC0-A479-4478-A995-826DC9F6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DB069-34AE-4C3E-86CA-2BF28D63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68917-6F3C-4E97-B161-CE37418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5381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5D8A2-67E2-4FC9-A626-5255938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per faucet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EF047-2D16-482D-B8E5-1B780785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Buy a card · trade an asset · join an escrow contest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53A3A-9822-4C98-BBF3-8932177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A433E-6F3E-419A-B5E4-2CA48124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BB076-F6F8-443D-BF83-B43A8C0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genesis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B2CBE-6534-4179-8AF6-B68C60B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83C00-E177-4FD3-BE8A-47A248B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 hour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608AE-5A96-47BE-A383-D4147DB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faucet cooldown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45B7C-CACF-4549-817E-1E9BBC1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FB196-0BD6-4EC6-8DEA-A0E6A731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100M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9077-7E6E-4E85-AD65-BC2D806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maximum 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93BBD-B5F9-4813-AB4B-AE4AD44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29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CB232-4E6F-4E81-AD09-ED9E0D3C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test token only · CRIC has no public-chain deployment or real-world cash value in this demo.</a:t>
            </a:r>
          </a:p>
        </p:txBody>
      </p:sp>
    </p:spTree>
    <p:extLst>
      <p:ext uri="{BB962C8B-B14F-4D97-AF65-F5344CB8AC3E}">
        <p14:creationId xmlns:p14="http://schemas.microsoft.com/office/powerpoint/2010/main" val="508031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4A543F-888B-432E-AA5B-8E708FC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 · SMART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8B287-1D34-4813-977F-5E1E3AF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contracts put product rules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64F1-C71B-444C-ADF4-F445CF1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code governs tokens, cards, tickets, trades, polls and contest funds.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00570-3FBA-427F-8D42-9015E18C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BF35-865E-4C88-939B-BECAD46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473D-41D7-43F9-8D4D-915347F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04E9-0427-4AE8-9515-A8C9E45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86CC-CAD5-439B-85D9-2D021F2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90B9D-3E05-4EA9-95B2-883A304B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Demo 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88831-023C-48EF-96F9-BCFDB78A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9A6E7-8FD3-4160-BC98-D095029B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F9E3C-4B6D-4040-9064-5B09872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PlayerCardNFT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EC6A8-1A59-4BA2-9500-6AF472A3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Wallet-owned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FCAA3-61A3-4E3F-9FF3-1834D1F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98E6E-081E-4800-950D-17F2DA1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33023-3AD0-4AB0-BE14-DE582BD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MatchTicketNFT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45EDA-3B7A-4B97-8530-72C29F0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Ticket + entry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0406A-2AC5-4431-8541-D14CC34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45C1A-63BF-4284-870C-64B6A9A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7FF4E-1712-476E-A2E8-DD23D11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508B7-31DF-401F-9495-B1D6EB6E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Asset escrow · 5% royalty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908BB-F46C-4017-9E94-061DAFF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79785-23F9-4293-8399-8F2603E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F1BC1-6A37-4254-A26B-D2957D2C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TournamentPool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D5552-FDE0-48B9-95F0-50003CA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Entry escrow · prize/refund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369DBF-FE32-41E7-B62C-E609692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ED9C9-7B7B-41C8-AACF-2E46C12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AA404-C78A-491B-993F-93F3AF78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FanPolls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0015E-83EE-4ACB-B8C2-9773C3B9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 vote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DAFF0-9AFE-49F3-945A-5246C145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05F2C-525A-45CB-A1FC-4E807C9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8B01EB-DF01-40D1-AD85-F25B27F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CardSVGGenerator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B75A9-0124-48B0-A015-5E41F84A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On-chain card 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02073-2E38-4023-B2D1-1D4DC665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81A661-BBD7-44F0-9F38-E6C16E55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4E3930-168E-4C0C-8D1E-D0486D0D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OracleConsumer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A1A9C-9E3A-462C-91C1-A2E2510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Authorized stats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D8759-F4B3-434B-8EB4-51D53D2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1DC07D-017C-438A-A4DD-8884274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The stats relay is not connected to a live Chainlink Functions subscription.</a:t>
            </a:r>
          </a:p>
        </p:txBody>
      </p:sp>
    </p:spTree>
    <p:extLst>
      <p:ext uri="{BB962C8B-B14F-4D97-AF65-F5344CB8AC3E}">
        <p14:creationId xmlns:p14="http://schemas.microsoft.com/office/powerpoint/2010/main" val="1041606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2C30E5-ADA1-4E5B-BED1-4D09E12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09 · TICKETING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AABF1-4511-40EA-B836-6E63522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ticket contract blocks resale above 115%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83FD0-9839-4F8A-9026-864E66C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check in the ERC-721 contract makes the resale ceiling enforceable by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D4A9-4C66-4771-A9FF-2A971D9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D4AE2-55C5-4F26-8D8A-95677369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5F1AC-7C6F-4510-A53D-90043E0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F0815-BECE-4C50-BE15-0BBE301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MAXIMUM RESALE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316E8-C0CF-46DF-9E47-9F23B44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514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1.15×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534E4-63EC-4FD4-9671-144C61A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face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EE45B-6E3D-437A-B468-9C55057B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listing above this ceiling reverts, even if the app accepts the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1688B-5BF5-4B46-B88D-C383D91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43E75-5C93-4CE2-A5EB-FB751D1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31075-3ADC-47BB-810E-29F341E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EA9A8-2CB4-44B6-9F12-3B6946AE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3B937-056A-49E5-880F-A8E3321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Organiser sets the face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66DC7-1B89-4C95-A3E1-B096DD4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A9C3C-6F4E-4FAC-A22A-4C61502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F85A5-2B2E-4146-BB97-CDDBFB6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B8C0C-CA81-401C-A74B-FBA3627F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Resell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52813-923A-4CC7-8D09-096BD4C0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Contract checks the proposed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A158F-04A0-4FAA-A5A0-AD1D33C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89DF2-5D9F-445D-9C94-1BCDA05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E4D82-8D5C-42FC-AD45-35B4F6EC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76FBB-EA55-474F-B29A-EEF376E9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9F0A9-467D-4D80-A748-CC0A43A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authorised gatekeeper verifies entry.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D032F-984C-48D3-A607-47C72B3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58865-EA5C-465A-B173-DB6FFF25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EE0E5-B2BE-4C96-8F8D-7BB8CD6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BD32F-F4BE-42B3-80FF-024CF18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Redeem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80709-3059-4472-A443-649BC776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ticket cannot be used twice.</a:t>
            </a:r>
          </a:p>
        </p:txBody>
      </p:sp>
    </p:spTree>
    <p:extLst>
      <p:ext uri="{BB962C8B-B14F-4D97-AF65-F5344CB8AC3E}">
        <p14:creationId xmlns:p14="http://schemas.microsoft.com/office/powerpoint/2010/main" val="818262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658FA-58FD-4E14-9645-968B4830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10 · ESCROW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1BFF-8AFB-44D7-B6FA-C5E12D26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Escrow makes contest funds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7F897-436C-4902-B833-A52A0CB0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contract controls deposits and refunds; an organiser still settles winners.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D7E58-FBEC-4266-9BDA-30A7B1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53E2-5362-4E8F-925E-491A0D9E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A2952-94EA-4BBA-AD69-38F09B8A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6414B-7B52-4576-A8F4-7FE31D8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D29F8-5035-45A1-BC8B-4A2EC00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TOURNAMENT 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F4D56-3FF7-4657-8912-885F6A7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400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95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14C4A-2754-49E8-AD52-DA9F512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95% to winners · 5% to treasury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61386-1C6D-4407-BD64-843C564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Funds stay in contract escrow until settlement. Cancelled contests allow full refunds.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84589-082A-40FB-9DB5-42F4B97C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ORGANISER SETTLEMENT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5CAC9-FB47-4A08-9F83-24706D8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057F1-3D13-4DDD-BB1B-F733C82C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44CE6-D2D7-4660-B922-6A30DD35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Locks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50B21-AD69-480B-8B81-049E513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97E02-7B77-4A04-9715-86CA3BBA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72C11-5D27-4D95-952C-B873070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Reviews the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9A4B6-2F1E-4544-810F-FE31FBC7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5C3AA-D3F3-4D2A-A2D5-1645ECE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0E590-4F55-4E72-B689-087FAFA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Selects winners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03276-39E9-4156-8A71-609DDA5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ACD6A-5A7E-4DC6-9FAF-1FE7F72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E7130-CB69-4AF1-9C30-685985DF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76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Submits settlement</a:t>
            </a:r>
          </a:p>
        </p:txBody>
      </p:sp>
    </p:spTree>
    <p:extLst>
      <p:ext uri="{BB962C8B-B14F-4D97-AF65-F5344CB8AC3E}">
        <p14:creationId xmlns:p14="http://schemas.microsoft.com/office/powerpoint/2010/main" val="1544947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DBD8C-0237-458C-B66F-EE9EEF6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11 · EXPECTED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690CA-2EBA-4FBD-9C1D-9A72DB9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Make fan trust easier to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AE5AE-9C41-4BAD-859B-994E07F7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These are outcomes to measure as the prototype is exercised, not results claimed today.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7959B-4D3D-486E-AC6F-0F523CC5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40828-7D9F-4D6A-917A-57FCF8D9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9FE13-18B9-457D-BDDA-E93D3B54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8B73-7F65-4BB5-99FD-8190F39B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6F688-E431-407B-AC3D-A1A97BCD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Portable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67B73-0333-437E-ADF3-9E08BAF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Measure card transfers and wallet-held assets.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49687-05AD-4FC6-A95B-451E2AF2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146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BD477-524E-4877-B651-F981B76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C0237-3508-420F-867E-846D0BA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Fairer ticket resale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D914C-72D4-4F27-9C90-5E392E33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Confirm over-cap listings revert in the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E206D-C67E-4525-B11C-2E49F6F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0680F-8E6B-45CA-871D-4C827A60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DB3BD-F924-4C6C-B158-B39130C3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Traceable contest funds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3FF8B-A3E0-45F7-A50C-EE7FF10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Inspect deposits, payouts and refund events.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D06F8-7DEC-44D8-A403-BF64D07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529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DAE4E-9023-477D-8B5E-2BA1BBF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8CCC8-DA95-46E8-942F-449D0C5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More resilient entry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5B51F-F49A-4AC9-8E83-D316B1D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Measure offline checks and successful later sync.</a:t>
            </a:r>
          </a:p>
        </p:txBody>
      </p:sp>
    </p:spTree>
    <p:extLst>
      <p:ext uri="{BB962C8B-B14F-4D97-AF65-F5344CB8AC3E}">
        <p14:creationId xmlns:p14="http://schemas.microsoft.com/office/powerpoint/2010/main" val="1549794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E8EA5-E22E-492A-B97D-6294F7B8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 · PROTOTYPE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6DEE0-2AF0-41DE-93D1-D6D8F8E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credible local demo, with clear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468A1-274A-4D38-89E9-FC189B5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blockchain features work in a local environment; public and oracle setup remain future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72CCF-6C07-4599-9594-34A7717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B0DF-5BCA-4567-917E-A463673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F3557-045F-4043-9966-F1E4C708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E69E0-A983-4DBB-ABDB-97494020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IMPLEMENTED IN THE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987DC-DCE9-4F96-9650-A1391EA6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6196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local contracts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 faucet: 50,000 per claim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API routes for matchday data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Cards, ticketing and contest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316B-1770-4E08-9EC2-7087C88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45FAB-0FD6-46BF-BBC1-C054892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NEXT TO 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C8EBE-F555-4F9E-9BCA-7955F98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4686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Provider key and confirmed-XI access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Public Amoy deployment + HTTPS host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Chainlink Functions subscription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Automated match-result settlement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39E96-0406-4E76-A8DE-238FBFE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25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A42FE-DB0B-4CB2-BCB5-45335E0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3395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Blockchain tracks assets and enforces rules; the match feed supplies live cricket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CE150-32DB-4B68-A539-75D163C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Thank you  ·  Questions?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E0726-8F53-47B0-A039-83D12BD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102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Tejaswini Kunkulagunta  ·  CS23B032</a:t>
            </a:r>
          </a:p>
        </p:txBody>
      </p:sp>
    </p:spTree>
    <p:extLst>
      <p:ext uri="{BB962C8B-B14F-4D97-AF65-F5344CB8AC3E}">
        <p14:creationId xmlns:p14="http://schemas.microsoft.com/office/powerpoint/2010/main" val="559169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2026-10-25T08:14:17.9130000Z</dcterms:created>
  <dcterms:modified xsi:type="dcterms:W3CDTF">2026-10-25T08:14:17.9130000Z</dcterms:modified>
</coreProperties>
</file>