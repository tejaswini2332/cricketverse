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6058e99fd499f" /><Relationship Type="http://schemas.openxmlformats.org/officeDocument/2006/relationships/extended-properties" Target="/docProps/app.xml" Id="R1df8320eb35c4b8b" /><Relationship Type="http://schemas.openxmlformats.org/officeDocument/2006/relationships/officeDocument" Target="/ppt/presentation.xml" Id="R1803b7bdeed74b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baa55227a4665"/>
  </p:sldMasterIdLst>
  <p:notesMasterIdLst>
    <p:notesMasterId xmlns:r="http://schemas.openxmlformats.org/officeDocument/2006/relationships" r:id="R2f5ca820680c4aae"/>
  </p:notesMasterIdLst>
  <p:sldIdLst>
    <p:sldId xmlns:r="http://schemas.openxmlformats.org/officeDocument/2006/relationships" id="256" r:id="R39e0ac89b9de4fa3"/>
    <p:sldId xmlns:r="http://schemas.openxmlformats.org/officeDocument/2006/relationships" id="257" r:id="R4061419c65d2408f"/>
    <p:sldId xmlns:r="http://schemas.openxmlformats.org/officeDocument/2006/relationships" id="258" r:id="R86fe3cb3f9bb49a0"/>
    <p:sldId xmlns:r="http://schemas.openxmlformats.org/officeDocument/2006/relationships" id="259" r:id="Rc4e6010807684a17"/>
    <p:sldId xmlns:r="http://schemas.openxmlformats.org/officeDocument/2006/relationships" id="260" r:id="R1cd8512a8fdc4b93"/>
    <p:sldId xmlns:r="http://schemas.openxmlformats.org/officeDocument/2006/relationships" id="261" r:id="Rae830901c2ec4a6c"/>
    <p:sldId xmlns:r="http://schemas.openxmlformats.org/officeDocument/2006/relationships" id="262" r:id="R74a16a5e736143a7"/>
    <p:sldId xmlns:r="http://schemas.openxmlformats.org/officeDocument/2006/relationships" id="263" r:id="R8d39a6e6b7794474"/>
    <p:sldId xmlns:r="http://schemas.openxmlformats.org/officeDocument/2006/relationships" id="264" r:id="R1634263bf10b4ff4"/>
    <p:sldId xmlns:r="http://schemas.openxmlformats.org/officeDocument/2006/relationships" id="265" r:id="R4dc92c2afa334a71"/>
    <p:sldId xmlns:r="http://schemas.openxmlformats.org/officeDocument/2006/relationships" id="266" r:id="R5da87d55c859410c"/>
    <p:sldId xmlns:r="http://schemas.openxmlformats.org/officeDocument/2006/relationships" id="267" r:id="R1252ee2e337148a6"/>
    <p:sldId xmlns:r="http://schemas.openxmlformats.org/officeDocument/2006/relationships" id="268" r:id="Rafc1782fdedb4e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458b42ad6e448d" /><Relationship Type="http://schemas.openxmlformats.org/officeDocument/2006/relationships/slideMaster" Target="/ppt/slideMasters/slideMaster1.xml" Id="R2eabaa55227a4665" /><Relationship Type="http://schemas.openxmlformats.org/officeDocument/2006/relationships/notesMaster" Target="/ppt/notesMasters/notesMaster1.xml" Id="R2f5ca820680c4aae" /><Relationship Type="http://schemas.openxmlformats.org/officeDocument/2006/relationships/presProps" Target="/ppt/presProps.xml" Id="Rc8144fee53d24c6d" /><Relationship Type="http://schemas.openxmlformats.org/officeDocument/2006/relationships/tableStyles" Target="/ppt/tableStyles.xml" Id="R31841ac1b7b44222" /><Relationship Type="http://schemas.openxmlformats.org/officeDocument/2006/relationships/slide" Target="/ppt/slides/slide1.xml" Id="R39e0ac89b9de4fa3" /><Relationship Type="http://schemas.openxmlformats.org/officeDocument/2006/relationships/slide" Target="/ppt/slides/slide2.xml" Id="R4061419c65d2408f" /><Relationship Type="http://schemas.openxmlformats.org/officeDocument/2006/relationships/slide" Target="/ppt/slides/slide3.xml" Id="R86fe3cb3f9bb49a0" /><Relationship Type="http://schemas.openxmlformats.org/officeDocument/2006/relationships/slide" Target="/ppt/slides/slide4.xml" Id="Rc4e6010807684a17" /><Relationship Type="http://schemas.openxmlformats.org/officeDocument/2006/relationships/slide" Target="/ppt/slides/slide5.xml" Id="R1cd8512a8fdc4b93" /><Relationship Type="http://schemas.openxmlformats.org/officeDocument/2006/relationships/slide" Target="/ppt/slides/slide6.xml" Id="Rae830901c2ec4a6c" /><Relationship Type="http://schemas.openxmlformats.org/officeDocument/2006/relationships/slide" Target="/ppt/slides/slide7.xml" Id="R74a16a5e736143a7" /><Relationship Type="http://schemas.openxmlformats.org/officeDocument/2006/relationships/slide" Target="/ppt/slides/slide8.xml" Id="R8d39a6e6b7794474" /><Relationship Type="http://schemas.openxmlformats.org/officeDocument/2006/relationships/slide" Target="/ppt/slides/slide9.xml" Id="R1634263bf10b4ff4" /><Relationship Type="http://schemas.openxmlformats.org/officeDocument/2006/relationships/slide" Target="/ppt/slides/slide10.xml" Id="R4dc92c2afa334a71" /><Relationship Type="http://schemas.openxmlformats.org/officeDocument/2006/relationships/slide" Target="/ppt/slides/slide11.xml" Id="R5da87d55c859410c" /><Relationship Type="http://schemas.openxmlformats.org/officeDocument/2006/relationships/slide" Target="/ppt/slides/slide12.xml" Id="R1252ee2e337148a6" /><Relationship Type="http://schemas.openxmlformats.org/officeDocument/2006/relationships/slide" Target="/ppt/slides/slide13.xml" Id="Rafc1782fdedb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e63c7d844c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356819576a4913" /><Relationship Type="http://schemas.openxmlformats.org/officeDocument/2006/relationships/notesMaster" Target="/ppt/notesMasters/notesMaster1.xml" Id="R21a52394fb6f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54a8d9fcf491c" /><Relationship Type="http://schemas.openxmlformats.org/officeDocument/2006/relationships/notesMaster" Target="/ppt/notesMasters/notesMaster1.xml" Id="R3af09e8f847546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74542cbc66427a" /><Relationship Type="http://schemas.openxmlformats.org/officeDocument/2006/relationships/notesMaster" Target="/ppt/notesMasters/notesMaster1.xml" Id="Rb683dec642ba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eda180df48495f" /><Relationship Type="http://schemas.openxmlformats.org/officeDocument/2006/relationships/notesMaster" Target="/ppt/notesMasters/notesMaster1.xml" Id="Rf3364e6f973645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aee65ec4e4ff2" /><Relationship Type="http://schemas.openxmlformats.org/officeDocument/2006/relationships/notesMaster" Target="/ppt/notesMasters/notesMaster1.xml" Id="R4da5c9b42651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c9955014148fb" /><Relationship Type="http://schemas.openxmlformats.org/officeDocument/2006/relationships/notesMaster" Target="/ppt/notesMasters/notesMaster1.xml" Id="Rd7472cfb1d4f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f847190bc49da" /><Relationship Type="http://schemas.openxmlformats.org/officeDocument/2006/relationships/notesMaster" Target="/ppt/notesMasters/notesMaster1.xml" Id="R68fb6883dfe542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a5c0ce9be44939" /><Relationship Type="http://schemas.openxmlformats.org/officeDocument/2006/relationships/notesMaster" Target="/ppt/notesMasters/notesMaster1.xml" Id="R8986d8ea94fc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e5b6e9f68949c7" /><Relationship Type="http://schemas.openxmlformats.org/officeDocument/2006/relationships/notesMaster" Target="/ppt/notesMasters/notesMaster1.xml" Id="Rd78710a92e6847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ce07ef93e4d52" /><Relationship Type="http://schemas.openxmlformats.org/officeDocument/2006/relationships/notesMaster" Target="/ppt/notesMasters/notesMaster1.xml" Id="R3a7006aaebba46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7953089eb743ec" /><Relationship Type="http://schemas.openxmlformats.org/officeDocument/2006/relationships/notesMaster" Target="/ppt/notesMasters/notesMaster1.xml" Id="R9a62decde0284f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cba6d38f624525" /><Relationship Type="http://schemas.openxmlformats.org/officeDocument/2006/relationships/notesMaster" Target="/ppt/notesMasters/notesMaster1.xml" Id="R9a4569718e8048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434db0b8ad4083" /><Relationship Type="http://schemas.openxmlformats.org/officeDocument/2006/relationships/notesMaster" Target="/ppt/notesMasters/notesMaster1.xml" Id="R97f120c2c55640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CricketVerse as a course prototype that connects matchday fantasy, player collectibles and ticketing. Live provider access depends on an API key and the provider feed; the default blockchain demo uses a local Hardhat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design problems addressed by the prototype, not claims about every cricket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app connects the matchday flow to provider-backed match data and the wallet to local contract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 and public/app.js implement provider-backed fixtures, playing XI and match points. BLOCKCHAIN_SETUP.md says the default chain is local Hardhat; the contracts are separate from the live sports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/api/matches/today and /api/match/:id/playingXI in server/server.js; server/scoringEngine.js requires exactly 11 players, caps the squad at 120 credits, and enforces role minimums. The provider must return 22 unique players.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/api/match/:id/points aggregates provider batting, bowling and catching point fields. public/app.js polls the endpoint every 30 seconds. Provider API access requires CRICKET_API_KEY and a successful provider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server/data/players_2000_2026.json, BLOCKCHAIN_SETUP.md, and contracts/PlayerCardNFT.sol. The catalogue is server data; a card must be registered on the deployed chain before its primary sale can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contracts/CRIC.sol and BLOCKCHAIN_SETUP.md. Local Hardhat demo uses the 50,000 CRIC faucet and a one-hour cooldown. Do not describe CRIC as a public or cash-equivalent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eight Solidity files in contracts/. BLOCKCHAIN_SETUP.md identifies CricketOracleConsumer as an authorized relay and states a live Chainlink Functions subscription is not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contracts/MatchTicketNFT.sol and BLOCKCHAIN_SETUP.md. The contract enforces a 15% maximum markup and one-time redemption in the local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contracts/TournamentPool.sol, BLOCKCHAIN_SETUP.md, and public/sw.js. Contest winner selection remains an organiser action; offline verification and queued sync are gatekeeper demo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server/server.js, BLOCKCHAIN_SETUP.md, and the current local deployment setup. The API adapter requires CRICKET_API_KEY; public Amoy and live Chainlink are not configured in the documented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prototype scope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97848ee344f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9048eff28749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881b6344946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0701c93d24a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5353e2ceb4b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e1c76ce9a43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0C396C-F975-4892-8D5C-96C52106C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0C90CD-327F-4872-ABFD-5E0C9A4439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8731BF-DA01-45A2-8754-6BB58C08B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06A4FD-7310-4BE0-B3EA-F69113CD6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3FF5FE-F4D4-472A-976E-B7C6409B3F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B936C3-69F1-45C5-BBE9-E20A6EC303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4B07DA-4EBD-4B2D-9C6B-9D010527AE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386035-FAB4-49E5-A730-07255732755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76BDC2-8080-4C03-AD0C-80667D197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6E255F-0455-4A61-B2A0-DCF1603126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c89bec175422b" /><Relationship Type="http://schemas.openxmlformats.org/officeDocument/2006/relationships/slideLayout" Target="/ppt/slideLayouts/slideLayout1.xml" Id="Re19cf998c5ba4917" /><Relationship Type="http://schemas.openxmlformats.org/officeDocument/2006/relationships/slideLayout" Target="/ppt/slideLayouts/slideLayout2.xml" Id="R9d41029b279f4e93" /><Relationship Type="http://schemas.openxmlformats.org/officeDocument/2006/relationships/slideLayout" Target="/ppt/slideLayouts/slideLayout3.xml" Id="R2bcbc2734ae7484c" /><Relationship Type="http://schemas.openxmlformats.org/officeDocument/2006/relationships/slideLayout" Target="/ppt/slideLayouts/slideLayout4.xml" Id="Raba88089dbe24e1b" /><Relationship Type="http://schemas.openxmlformats.org/officeDocument/2006/relationships/slideLayout" Target="/ppt/slideLayouts/slideLayout5.xml" Id="R5b3303c5256f443f" /><Relationship Type="http://schemas.openxmlformats.org/officeDocument/2006/relationships/slideLayout" Target="/ppt/slideLayouts/slideLayout6.xml" Id="R516245125a9146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cf998c5ba4917"/>
    <p:sldLayoutId xmlns:r="http://schemas.openxmlformats.org/officeDocument/2006/relationships" id="2147483650" r:id="R9d41029b279f4e93"/>
    <p:sldLayoutId xmlns:r="http://schemas.openxmlformats.org/officeDocument/2006/relationships" id="2147483651" r:id="R2bcbc2734ae7484c"/>
    <p:sldLayoutId xmlns:r="http://schemas.openxmlformats.org/officeDocument/2006/relationships" id="2147483652" r:id="Raba88089dbe24e1b"/>
    <p:sldLayoutId xmlns:r="http://schemas.openxmlformats.org/officeDocument/2006/relationships" id="2147483653" r:id="R5b3303c5256f443f"/>
    <p:sldLayoutId xmlns:r="http://schemas.openxmlformats.org/officeDocument/2006/relationships" id="2147483654" r:id="R516245125a9146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4bc2654764d49" /><Relationship Type="http://schemas.openxmlformats.org/officeDocument/2006/relationships/notesSlide" Target="/ppt/notesSlides/notesSlide1.xml" Id="R84c7c2eed49f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0b26d3cff4670" /><Relationship Type="http://schemas.openxmlformats.org/officeDocument/2006/relationships/notesSlide" Target="/ppt/notesSlides/notesSlide2.xml" Id="R7e9baa4e5c3b4c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0857c364e49b9" /><Relationship Type="http://schemas.openxmlformats.org/officeDocument/2006/relationships/notesSlide" Target="/ppt/notesSlides/notesSlide3.xml" Id="R21f60985e16e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50f45f0fb4de0" /><Relationship Type="http://schemas.openxmlformats.org/officeDocument/2006/relationships/notesSlide" Target="/ppt/notesSlides/notesSlide4.xml" Id="R3308b288be8b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4857a4e7d4dcf" /><Relationship Type="http://schemas.openxmlformats.org/officeDocument/2006/relationships/notesSlide" Target="/ppt/notesSlides/notesSlide5.xml" Id="R93c285b2e11d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d2b691ba34a9f" /><Relationship Type="http://schemas.openxmlformats.org/officeDocument/2006/relationships/notesSlide" Target="/ppt/notesSlides/notesSlide6.xml" Id="R5399ebd9fade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37bbfcd0548ee" /><Relationship Type="http://schemas.openxmlformats.org/officeDocument/2006/relationships/notesSlide" Target="/ppt/notesSlides/notesSlide7.xml" Id="R6ed76369af764d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35a1046734d66" /><Relationship Type="http://schemas.openxmlformats.org/officeDocument/2006/relationships/notesSlide" Target="/ppt/notesSlides/notesSlide8.xml" Id="Rb994ad7164754e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b91c7e70b4c67" /><Relationship Type="http://schemas.openxmlformats.org/officeDocument/2006/relationships/notesSlide" Target="/ppt/notesSlides/notesSlide9.xml" Id="R7adcaf2a86a444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5a12f6b784fe1" /><Relationship Type="http://schemas.openxmlformats.org/officeDocument/2006/relationships/notesSlide" Target="/ppt/notesSlides/notesSlide10.xml" Id="Rfca569775759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79cabc3774cf4" /><Relationship Type="http://schemas.openxmlformats.org/officeDocument/2006/relationships/notesSlide" Target="/ppt/notesSlides/notesSlide11.xml" Id="R458fb9518af641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0985ff8a547c5" /><Relationship Type="http://schemas.openxmlformats.org/officeDocument/2006/relationships/notesSlide" Target="/ppt/notesSlides/notesSlide12.xml" Id="R3e55409b7f004d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d98692015444f" /><Relationship Type="http://schemas.openxmlformats.org/officeDocument/2006/relationships/notesSlide" Target="/ppt/notesSlides/notesSlide13.xml" Id="R9d3a6be19d0e4a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07C45-32BB-44B2-8C5F-0B7DEC08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A7C46-864D-4304-87F2-6E1C9994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B.TECH CAPSTONE  ·  BLOCKCHAIN &amp; WEB3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5DF5C-FA2E-47BB-8740-9E1D8304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6286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Cricket</a:t>
            </a:r>
          </a:p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75BBA-29D9-4A35-AA09-7F21A5A0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 connected matchday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FE516-F922-41FD-BEE7-F6A943F1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cricket data · player ownership · trusted ticketing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0DEDD-B186-4068-ACD4-A07D6AAE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69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53858-C348-405B-A7C2-D18806A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Tejaswini Kunkulagunta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6C080-8050-4C9C-9E58-2D90A2B9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rPr>
              <a:t>CS23B032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52E30-BAE0-407A-9DC7-3A98AD4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32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2"/>
          </a:bodyPr>
          <a:lstStyle xmlns:a="http://schemas.openxmlformats.org/drawingml/2006/main">
            <a:def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5E11E-A0B5-4EF4-935E-B88FE075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6D416-2C73-458F-98E2-7B1C603D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PLAYERS IN TODAY’S XI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8D971-F9DB-452B-9FED-AAE8F543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58992-ADBA-4F41-831E-7A795B4B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5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PICK YOUR SQUAD</a:t>
            </a:r>
          </a:p>
        </p:txBody>
      </p:sp>
    </p:spTree>
    <p:extLst>
      <p:ext uri="{BB962C8B-B14F-4D97-AF65-F5344CB8AC3E}">
        <p14:creationId xmlns:p14="http://schemas.microsoft.com/office/powerpoint/2010/main" val="791666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5270E-F279-4EE0-A213-D896A04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01 ·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E4491-F2C0-438F-907B-2C32994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fan experience is split across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EEEE0-06F3-4C02-A26A-DA70641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E85C-E91F-4B32-A47A-CCDFF54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D4200-0813-4104-958E-5D51B3C7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77F27-0469-43B0-9879-30F56C54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match is shared. The experience around it is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59FE3-64EA-4E5A-8AA8-DE8B5CCC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24D5F-8459-4E03-AAC9-C48DCDD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Collectibles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5A1AE-A2D8-4A0E-B0D4-D2EB450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cards and fan rewards stay locked inside platform databases.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6AA02-716D-49B6-9ADA-C3137C10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13F23-88EF-4E2A-A80E-916B9A17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3FA8B-537B-4F74-8C9E-73CE176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84811-7FDD-4B01-AF68-928643CF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0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Scoring and settlement can be difficult for fans to verify.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DC67D-DB7A-46C7-963D-BB2567C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04ADF-617E-43A2-A05E-AFBD9E3B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F2E9-CA18-4598-9B21-90C2004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F6D5A-2540-43BC-A88C-5734FC1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Resale can add markups while leaving organisers out of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8D01A-D8AB-4DE9-ACB0-39E0A30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A9784-3BDA-4F60-B8DF-E3C0FF29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F4820-88CD-4838-8E36-89A922A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DF4B9-A57D-4700-B8BF-29E15BFD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8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Wallet setup and unreliable venue connectivity create friction.</a:t>
            </a:r>
          </a:p>
        </p:txBody>
      </p:sp>
    </p:spTree>
    <p:extLst>
      <p:ext uri="{BB962C8B-B14F-4D97-AF65-F5344CB8AC3E}">
        <p14:creationId xmlns:p14="http://schemas.microsoft.com/office/powerpoint/2010/main" val="1212256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2C0BE-E345-4472-B49A-0E988A2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 · THE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0C990-79EB-47DE-9F36-E68FD3CA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One matchday. Four connected moments.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2F7D-4BD5-4026-B0C5-1BA796E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fan journey moves from the fixture to the stands.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47493-07B1-4FC5-9EB0-EB3584F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98F50-A30E-4380-BE5E-37FD1F5B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B6C2F-284B-4AA0-8A88-C6B9F2C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F5CD3-1CCB-4C51-A670-BCE758E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D3381-191C-42C5-972E-17A226E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427C9-C872-4209-9C0D-A05157AB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9BE55-C46D-45EB-ADEC-7F19E7C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Follow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1860D-F47E-4538-BEE6-F748D46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Find today’s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A4B9D-773E-43CA-876B-4068C8F6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946B1-C7AD-4EFA-ADB6-ED35C20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76AD1-86F3-41FF-94AE-FBF56CD3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F311E-CF5B-490E-9161-F22AC914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Choose 11 from the confirmed 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C903C-D0F8-40ED-A9F7-8344DAA8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8C5D8-B7B2-4FD9-AF0A-A2C3502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6A014-6D54-46A9-9237-BA6373AC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Collect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9925B-0944-46DF-A738-1C3D1E25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 a player card with CRIC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5778C-7905-4814-9088-735F8FE4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78B8B-BF6F-4F31-B275-6DCF4BA6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FFCF5-6165-4CD4-AF2E-DDC24DA5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Attend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94B17-78E4-4006-B583-B7BF035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Use a ticket with clear entry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FC162-6929-40C3-A581-6809903E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25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5767E-B199-4544-846A-EB726733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single interface; the API and local blockchain keep separate jobs.</a:t>
            </a:r>
          </a:p>
        </p:txBody>
      </p:sp>
    </p:spTree>
    <p:extLst>
      <p:ext uri="{BB962C8B-B14F-4D97-AF65-F5344CB8AC3E}">
        <p14:creationId xmlns:p14="http://schemas.microsoft.com/office/powerpoint/2010/main" val="1168309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88E6A7-1899-4610-A219-F1490597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03 ·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0353-BFF1-4BB0-8C9F-B5D1B62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Two data paths, with clear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455F1-E10A-4A98-8F26-C4C14CC0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information flows through the app; asset rules live in contracts.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A58BA-A7EE-49AD-9F61-8AA5BAE3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91CE5-D7F9-4E5C-B31C-4676744E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438BB-94BB-4BD0-8A33-C7957C87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7FAB4-B7CC-4182-8F7B-3F6B7DA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068F-342D-4533-A96E-526FEF2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CRICKET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40314-FA14-4D7D-A028-A37A7F9B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81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Fixtures · XI ·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19DA4-0657-4C71-A40C-3C217B6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CricAPI / CricketData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D2225-254B-45AD-800B-EB2459C6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B3B3E-E314-45D0-A116-F7204C41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EXPRESS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FE9AF-F741-42A3-BC1C-F6C2AB34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52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 adapter +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E576D-72E9-48B2-A033-2E88782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Normalises provider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87770-BAAD-4059-9E28-9B2429E8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28A8C-C8DC-41C2-B385-7403A43C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6F632-D6F3-412E-908A-EF2DCFA0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Matchday XI +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3C3F1-38B4-4F40-BBA0-650EF3E3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Browser renders status and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5FCDF-24AF-43BF-9AEC-2ACCCDA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6CECC-F0E4-4C04-ABEE-78C8E4EB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E23AE-464D-41B6-9F02-F68481CC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E0BDA-EC72-4F1A-BE66-438D51EF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SEPARATE WALLET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32378-9CB2-4B78-8A4D-8A4F6CC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400E7-67FA-4278-B29C-2D2EB7EC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signs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A2FFC-7099-4522-BE22-A157136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8B558-AA44-4F19-B02A-E0B392BA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D211D-CC8D-4C6D-B7E1-051BBAAF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 · cards · tickets ·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A4D96-9642-432A-8E44-99356C62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Provider access needs a configured key and network connection. Contract demos default to a local chain.</a:t>
            </a:r>
          </a:p>
        </p:txBody>
      </p:sp>
    </p:spTree>
    <p:extLst>
      <p:ext uri="{BB962C8B-B14F-4D97-AF65-F5344CB8AC3E}">
        <p14:creationId xmlns:p14="http://schemas.microsoft.com/office/powerpoint/2010/main" val="1599648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4994E-6B89-4E59-8448-BD9FBD84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 · MATCHDAY XI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47712-48AD-4027-B037-D60B3145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Choose 11 from today’s confirmed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5099-E515-4E35-BAF2-67A566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player pool is scoped to the selected 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A21E5-6D7C-41FC-9810-50BB2F2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01A19-7B13-481F-A5F4-A5B99BF0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343D2-3490-40BC-AE7F-DD687A8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D7992-1EC2-45F3-A461-C9AC06AB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2428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178A7-305E-4DD0-8FB7-A743AC8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API players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F6001-6562-4859-B809-A087B363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5D6D0-7B23-4794-85F4-DC4857BC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238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7F28E-63C3-457E-881B-43A53085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47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selected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B77A-524B-402B-AC50-1EA931A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308B-A037-40F9-93E5-40FDD57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77"/>
          </a:bodyPr>
          <a:lstStyle xmlns:a="http://schemas.openxmlformats.org/drawingml/2006/main">
            <a:def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7DA32-E4F5-4C28-9AE5-30C0D6D7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81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CREDIT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57417-D848-47C8-A4D4-B34BE2C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909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Role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C5E0C-0904-4F79-B370-CDCCCC29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At least 1 keeper · 3 batters · 3 bowlers · 1 all-rounder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5BD55-2997-43C0-BE55-AD5D060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004AE-51B1-4B0E-85E1-099FCE2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If the feed does not expose both confirmed XIs, the builder reports an error instead of filling the pool with unrelated players.</a:t>
            </a:r>
          </a:p>
        </p:txBody>
      </p:sp>
    </p:spTree>
    <p:extLst>
      <p:ext uri="{BB962C8B-B14F-4D97-AF65-F5344CB8AC3E}">
        <p14:creationId xmlns:p14="http://schemas.microsoft.com/office/powerpoint/2010/main" val="634509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92E1F-8E4A-42A0-A2D8-6B2E0BB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05 · LIVE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D21A8-FDDD-4079-806D-913D5A1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 points refresh from match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570F6-EC64-46EC-BB12-69C585B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app reads provider points by player and updates the squad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7657B-65B7-4463-9C84-BEF4E85E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44FB6-7A95-4FBC-9C05-7238FA2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593B-A26E-4440-8E1C-50355B5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23840-021D-44ED-9EED-60ABB354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885F7-DEB5-4A08-8199-CAAC4B4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07FF7-92DE-440B-BAC0-A3597B87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points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6817E-7315-42B7-9963-387B08A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CDC45-6B76-461B-A7B1-FF600E4B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93549-CEA9-4F57-BF44-4FFC8765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E3712-982A-448E-9291-AF3EFCEC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Batting · bowling · catching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15C9B-63E6-4751-AD82-9E524479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46CE5-8059-44E2-8B26-BA9E6255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A9CB1-BDCC-4C13-A075-DD8BE53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FFF5D-8641-4195-9FD8-2AD11513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9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names to selected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3FC90-4B7C-4E33-8CBD-9FDC47D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25F9E-1A8A-4C96-A247-BDD3D04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5644F-4227-43DA-A2B5-E5695E1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01574-D3A5-4779-8692-AE89D848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244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Every 30 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E994E-BF8B-47E9-B849-0C95493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00025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2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35C6E-6E10-486D-9A9A-702973B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30s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C4424-55B1-4D51-BFC9-FF41FBA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refresh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5CEDB-7CEC-4AC0-88C0-736BD15F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While the match endpoint is reachable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26A4B-BEDE-45E2-B296-28DC3DC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A missing key, provider outage or incomplete feed stops live updates; cached/demo data is not presented as a live score.</a:t>
            </a:r>
          </a:p>
        </p:txBody>
      </p:sp>
    </p:spTree>
    <p:extLst>
      <p:ext uri="{BB962C8B-B14F-4D97-AF65-F5344CB8AC3E}">
        <p14:creationId xmlns:p14="http://schemas.microsoft.com/office/powerpoint/2010/main" val="875639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8DE79-7ED3-4F69-8975-700455A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 · COLLECTIBLES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DC015-89A8-4482-9921-2E57804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 cards make cricket careers collectible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1112-7571-464D-AC02-EA583F24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An ERC-1155 card can combine ownership, rarity and player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619F2-1C25-41C6-89A5-8745E3A1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907EC-420E-4F02-8A2C-EFF2A70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B95FD-74F4-479F-B411-A98A349E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A2D5-88DD-44DE-BA33-2912FDBB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3581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4,800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17B9E-E15C-464B-97C6-57DED76F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records in the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B5C62-C962-42DB-8745-69AA3423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B37DC-BB10-4F88-AAD3-9DE44FD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RARITY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1835A-0041-467A-BF7E-EF9C2987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MULTIPLIER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A7C63-C731-498B-8A9E-009AF9C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EDD75-4089-4FD1-B2C9-7BEC554D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38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93AF1-B894-4DD5-9277-A87230B5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1.00×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CCEE2-CC4C-44DC-B41A-41B8205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Uncommon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7CAAE-714B-4869-82D5-0F2982B4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DC436-82DD-424E-94EF-1EC33CB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E1C2D-46DE-4E16-8EF6-A1417A6C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9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1AACF-3A7F-44B1-8B92-BD5B272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D76E5-018D-4553-A993-A141827F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1.25×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7BECA-0F3C-4468-8E05-8AB87FF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Epic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0EDAA-19FC-439E-AF47-A8C34C2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CAA2D-7C9E-4B1C-BB6B-68734E6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62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1.50×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0CBEA-C4F4-468C-AFC6-E2A6874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Legendary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10B7A-4A28-43BF-B27B-6A230EB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3FB2E-7524-4286-BB2B-69B4D65E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2.00×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B8781E-939B-4CF2-B9DB-5604DDF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Owner batch registration makes the full catalogue eligible for on-chain purchases.</a:t>
            </a:r>
          </a:p>
        </p:txBody>
      </p:sp>
    </p:spTree>
    <p:extLst>
      <p:ext uri="{BB962C8B-B14F-4D97-AF65-F5344CB8AC3E}">
        <p14:creationId xmlns:p14="http://schemas.microsoft.com/office/powerpoint/2010/main" val="1664988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3063E-4F4E-4B84-AB76-8A8A30DE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07 · TOKEN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8566B-95CB-4E62-B5B4-1D8B8B27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powers local demo transactions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C0F6D-A458-4F11-963D-1B6AC18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test token for collecting cards and exploring contract 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FE90B-26DA-4B35-8BC7-C50E6BF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4457C-FB4E-47B8-B02A-9FA13F57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44478-87F3-42A7-AC24-3250DE9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C98DB-599B-4A69-8D5C-77D72656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5381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E78D6-D297-441B-A3E5-AADC263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per faucet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05C30-975A-427C-AFDA-115FE9DF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858D1-A5E7-4B3F-9345-6ADF91E1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C79C-EBB6-450A-B452-512EB4C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genesis 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BF29D-4BDA-4D8D-851F-23D920C0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A0881-09AF-4F0D-AB94-57D3B08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 hour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01F18-92ED-4E75-950A-7B8E1E9D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faucet cooldown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31F4A-620F-4207-8A52-E531236B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56629-B328-404F-9C86-79C253B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100M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60C53-AD4D-41E3-A104-AD505DC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maximum supply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2EE64-FDDD-40E5-8774-C10F160F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29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28070-BA01-401C-824F-BCC63A73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test token only · CRIC has no public-chain deployment or real-world cash value in this demo.</a:t>
            </a:r>
          </a:p>
        </p:txBody>
      </p:sp>
    </p:spTree>
    <p:extLst>
      <p:ext uri="{BB962C8B-B14F-4D97-AF65-F5344CB8AC3E}">
        <p14:creationId xmlns:p14="http://schemas.microsoft.com/office/powerpoint/2010/main" val="1212561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3A1A7-42A7-4159-8171-7D1C9B1F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 · ON-CHAIN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2B54A-577F-4EDA-B083-5B2A4A0A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contracts define the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850F-7F48-4269-AB21-4C6E7821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Ownership and settlement are written to the local EVM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13C23-50C4-4DA2-ADDA-901D9DA7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6A0ED-4B6B-49FD-95DD-F8A3557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DA99D-9117-4AF8-9607-0506C61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BCFEA-D971-4536-A995-9815C68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37B67-7CCC-4882-AFC5-D0C62CC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8A374-8323-4AC5-ABC2-538F2FD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Demo utility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3986A-2019-4B67-8FAF-569A31CE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9C881-656A-4C16-B066-20A19EA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584D6-21A3-426A-8095-A9453E8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PlayerCardNFT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3177-7BA2-4297-B106-5B84EE4A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Collectible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7674E-6B74-4040-A2CF-A07DE04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2CCCE-0A60-4D8F-8F97-1D2936D3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053DB-F3B4-420B-892D-AE80EC3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MatchTicketNFT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A1614-110A-43D2-BBAF-A63C2D71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Ticket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07F1-6EDB-49E9-A450-22BBC03A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EAF36-0BD1-4C68-9902-660E613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7A0AB-3DAF-42CB-8871-5335C887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A2EA1-66AB-4CA6-8B5B-6AF7E6A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P2P trades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90904-202B-4972-81FA-DD97100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74322-7269-4317-BBA7-C6117063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A6C9E-8A6B-4953-919A-414B0F1C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TournamentPool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D12C0-5583-4862-9603-0EC0A19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Entry and prizes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78570-23DE-46F5-88E9-D8340F61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9E941-F909-4A34-9307-712A256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54FC5-54B0-442D-936F-58DE0A0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FanPolls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F2E6E-9EC0-456A-A4E6-BFC458D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Wallet-based votes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39782-9259-451D-8039-EC706A81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EFCC4-9292-464C-A6C3-9B01DEB3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FC0B5-D414-4E58-926F-B61FA545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CardSVGGenerator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D3ECD1-EECB-48EC-9B3E-6AE1808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On-chain card 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4B560-7502-46F1-8773-C34AFBD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EAA4B-82B8-4976-923A-F965D34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2FD8A8-B625-4089-B7A2-A2D7BCB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OracleConsumer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93126-4E83-4AC1-A469-469C6F0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Authorized stats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63BE5F-B2C5-4375-BB58-059AED4C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8AE49F-8CEF-4959-8CB7-D009EF8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An authorized stats relay contract is present; it is not connected to a live Chainlink Functions subscription.</a:t>
            </a:r>
          </a:p>
        </p:txBody>
      </p:sp>
    </p:spTree>
    <p:extLst>
      <p:ext uri="{BB962C8B-B14F-4D97-AF65-F5344CB8AC3E}">
        <p14:creationId xmlns:p14="http://schemas.microsoft.com/office/powerpoint/2010/main" val="18422700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2F5D3-12DB-4305-87BC-7210862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09 · TICKETING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87F9C-F12C-4203-91BD-9F0E55A2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ticket contract caps resale at 115%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BD35B-D018-4A89-9069-F2C4426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price rule is enforced during transfer, not left to platform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42962-8DE5-4853-A41A-89E004E5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D65F8-E3FA-4E1E-9B15-63BC2ED1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2931-BA2F-4138-8B46-A761AC84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EEFD5-5B22-456D-8C05-17ACA508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MAXIMUM RESALE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2510-80B1-48CE-836F-B2F585D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514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1.15×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9C3E3-5626-4A43-B900-190A670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face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9846E-7D8F-4406-9BD0-64D056A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listing above this ceiling reverts.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B348A-E9DC-4BC6-8683-36FF451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24064-A64A-40F5-914D-AFF6A955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D99B5-4D74-4780-918B-1F7ECC0D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00880-6FD2-4016-876A-21B65631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866BA-A816-4466-A7A4-39D2A12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Organiser sets the face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AD742-1521-4F8F-8F86-7EA763E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7FA9E-8F48-4B57-A059-74CD278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5EC1F-1B35-4542-A511-C580793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29A5A-0628-429D-95D3-4484BC01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Resell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06E3B-F37A-4601-B525-5291DCE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Contract checks the proposed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FB1BD-B47D-4641-BDD2-F1D91E1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D188C-6D22-43B1-B9E3-689A2C10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DF3BE-4E8A-4450-AFCE-4F3AAF5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B1CFC-47F5-4B72-BAA5-E2E56AC2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BEE90-2C85-4E19-BA0F-9ADB3C62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authorised gatekeeper verifies entry.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83C3A-7259-4DEE-B2F4-6F2AD49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87BC6-6A48-444A-90B2-BD203DA0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B9E4F4-CA5F-4CB8-B5B9-8F626C4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B7ABC-60BC-4F7D-8334-0FB4872D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Redeem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A88B1-2912-483C-AF0A-B9FB8E0C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ticket cannot be used twice.</a:t>
            </a:r>
          </a:p>
        </p:txBody>
      </p:sp>
    </p:spTree>
    <p:extLst>
      <p:ext uri="{BB962C8B-B14F-4D97-AF65-F5344CB8AC3E}">
        <p14:creationId xmlns:p14="http://schemas.microsoft.com/office/powerpoint/2010/main" val="1689128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AB38E-97C8-4809-98EF-3ECE349F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10 · SETTLEMENT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A7F9-C991-45C8-A530-E3590B6D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Rules stay visible when the match moves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DDEB0-BD42-4658-AD11-70A841D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Escrow handles contest funds; the gatekeeper handles low-connectivity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69780-0B48-4F82-87C8-77C5B5E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ABCA-FF17-4276-B67A-BF0BD1C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686DF-85CF-42AF-B26D-8B997568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6CCD6-F23E-41CC-B643-E6A28138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B8436-9647-4DFE-A45E-A35B7640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TOURNAMENT 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EEA1E-527F-4A79-8139-D8D2FC1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400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95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8B214-5514-4D38-ABBB-71640DA3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95% to winners · 5% to treasury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2D04B-9C0C-4235-92CE-C482CB3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Full refunds if the contest is cancelled. An organiser locks entries and settles winners.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40589-A5A2-4E59-B0AE-36BEC93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OFFLINE GATEKEEPER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CBA08-8AF5-4D93-A7A8-EBAF949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9DB5C-FC8B-4F94-A7CB-E59CC051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9B386-0F74-4DF2-8434-6AFB2E56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Cache ticket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BFCDB-5269-4E64-BA06-E0BAD52E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7DDAC-80D1-4801-AC4D-E3821245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D4A74-1B14-4D5D-9D75-8ECC8E50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Verify the signed pass 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AB612A-8B6E-490D-A035-9D9A700E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C7658-4076-4F5E-92ED-08AA971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54266-E8A3-4F29-9488-50378A2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Queue check-ins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A9A0A-7BFA-4BFC-B229-B46A2B6A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BB6CE-4AF1-4AD9-B63E-F8BB5AC3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B8BD5-2F43-42DE-8389-02F46D3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76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Sync when connectivity returns</a:t>
            </a:r>
          </a:p>
        </p:txBody>
      </p:sp>
    </p:spTree>
    <p:extLst>
      <p:ext uri="{BB962C8B-B14F-4D97-AF65-F5344CB8AC3E}">
        <p14:creationId xmlns:p14="http://schemas.microsoft.com/office/powerpoint/2010/main" val="11421577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D0B7D-C680-43E3-ACAD-D707ABB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11 ·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1F1FB-A21E-4724-86D2-9810989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 local prototype with a clear path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1CE0-3627-4976-8C53-6A9D0C8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Separate the working demo flows from what needs external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6978-F86A-4D7C-9486-5781A94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BDD25-C002-4E63-BD30-73E4CE50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5AC06-D839-4C4D-BB84-55317BA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6B227-17C8-409A-97B1-02AE712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IN THE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1C988-8048-4679-A823-B6B2996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4,800-player catalogue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 API routes for fixtures, XI and points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30-second points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C9F5B-E389-41BC-8B1B-E78CDCA7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19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36FA9-32FB-4372-A983-6FC0C61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rPr>
              <a:t>NEEDS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3F866-70AD-40A9-B596-0CF37CE0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CRICKET_API_KEY and provider access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Confirmed lineups in the feed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Public Amoy deployment and HTTPS hosting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Live Chainlink subscription (not configured)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D5825-5063-4860-93B8-8ED9D648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629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F6FF1-AD29-4BFC-B4BB-61388F29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When the app says “offline local cache mode,” the browser has not reached the local app server.</a:t>
            </a:r>
          </a:p>
        </p:txBody>
      </p:sp>
    </p:spTree>
    <p:extLst>
      <p:ext uri="{BB962C8B-B14F-4D97-AF65-F5344CB8AC3E}">
        <p14:creationId xmlns:p14="http://schemas.microsoft.com/office/powerpoint/2010/main" val="2778376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FBEB6-F878-4173-BBFF-807DE15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9D635-7595-4842-A4C6-5733CA5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CRICKETVERSE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DC7CE-9C76-4D2F-89D4-A1F20F93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Bring the matchday</a:t>
            </a:r>
          </a:p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closer to the fan.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4D897-8861-4912-992E-C2CE73E8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24B83-D5C2-4A06-B7B6-1D0DEEA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Live match data · collectible players · fairer ticket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0783-E7F5-4B57-8889-2D9EABAA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Thank you  ·  Questions?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9E73F-E0F0-4266-9932-D93C744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Tejaswini Kunkulagunta  ·  CS23B032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F4E57-3BBE-4886-A909-E17EC41F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2127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2026-10-25T08:06:28.3890000Z</dcterms:created>
  <dcterms:modified xsi:type="dcterms:W3CDTF">2026-10-25T08:06:28.3890000Z</dcterms:modified>
</coreProperties>
</file>